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Bebas Neue"/>
      <p:regular r:id="rId21"/>
    </p:embeddedFont>
    <p:embeddedFont>
      <p:font typeface="Russo One"/>
      <p:regular r:id="rId22"/>
    </p:embeddedFont>
    <p:embeddedFont>
      <p:font typeface="Monda"/>
      <p:regular r:id="rId23"/>
      <p:bold r:id="rId24"/>
    </p:embeddedFont>
    <p:embeddedFont>
      <p:font typeface="Yanone Kaffeesatz"/>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ussoOne-regular.fntdata"/><Relationship Id="rId21" Type="http://schemas.openxmlformats.org/officeDocument/2006/relationships/font" Target="fonts/BebasNeue-regular.fntdata"/><Relationship Id="rId24" Type="http://schemas.openxmlformats.org/officeDocument/2006/relationships/font" Target="fonts/Monda-bold.fntdata"/><Relationship Id="rId23" Type="http://schemas.openxmlformats.org/officeDocument/2006/relationships/font" Target="fonts/Mond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YanoneKaffeesatz-bold.fntdata"/><Relationship Id="rId25" Type="http://schemas.openxmlformats.org/officeDocument/2006/relationships/font" Target="fonts/YanoneKaffeesatz-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0125f050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0125f050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fc0bcfa5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fc0bcfa5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e207fd22f2_0_25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e207fd22f2_0_25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Abilitatea omului de a vedea o imagine completa, primind initial doar o parte din ea;</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e1d838b62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e1d838b62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e1d838b627_4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e1d838b627_4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Aplicabilitate in viata reala: in programare/computer science si arte vizuale;</a:t>
            </a:r>
            <a:endParaRPr/>
          </a:p>
          <a:p>
            <a:pPr indent="0" lvl="0" marL="0" rtl="0" algn="l">
              <a:spcBef>
                <a:spcPts val="0"/>
              </a:spcBef>
              <a:spcAft>
                <a:spcPts val="0"/>
              </a:spcAft>
              <a:buNone/>
            </a:pPr>
            <a:r>
              <a:rPr lang="en"/>
              <a:t>Nevoia de a gasi particularitati din domeniul local (bucata primita la intrare) si cel global (alte imagini similare) pentru a crea corespondenta intre cele doua;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f02a322fd6_3_28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f02a322fd6_3_28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ii diferentiaza de alte proiecte? Abordarea aceasta are capacitatea de a obtine imagini intregi, primind ca input chiar si parti cu forme neregulate, in timp ce ceilalti oameni de stiinta foloseau majoritar regiuni patratice initiale.</a:t>
            </a:r>
            <a:endParaRPr/>
          </a:p>
          <a:p>
            <a:pPr indent="0" lvl="0" marL="0" rtl="0" algn="l">
              <a:spcBef>
                <a:spcPts val="0"/>
              </a:spcBef>
              <a:spcAft>
                <a:spcPts val="0"/>
              </a:spcAft>
              <a:buNone/>
            </a:pPr>
            <a:r>
              <a:rPr lang="en"/>
              <a:t>In plus, ei folosesc procedee ce implica existenta unei masti si a unei functii de zgomot din distributia Gauss.</a:t>
            </a:r>
            <a:endParaRPr/>
          </a:p>
          <a:p>
            <a:pPr indent="0" lvl="0" marL="0" rtl="0" algn="l">
              <a:spcBef>
                <a:spcPts val="0"/>
              </a:spcBef>
              <a:spcAft>
                <a:spcPts val="0"/>
              </a:spcAft>
              <a:buNone/>
            </a:pPr>
            <a:r>
              <a:rPr lang="en"/>
              <a:t>Au creat o arhitectura de retea noua bazata pe Generative Adversarial Networks (Retele contradictorii generative - cringe). -&gt; pe scurt, modalitate de abordare a modelarii generative prin metode de machine laearning, in special prin retele neuronale convolutionale (CNNs)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0afff30d5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0afff30d5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e1d838b627_4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e1d838b627_4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La inceput, este nevoie de restartarea sistemului pentru a modifica parametral distributia normala a zgomotului produs de partea primita la intrare</a:t>
            </a:r>
            <a:endParaRPr/>
          </a:p>
          <a:p>
            <a:pPr indent="-298450" lvl="0" marL="457200" rtl="0" algn="l">
              <a:spcBef>
                <a:spcPts val="0"/>
              </a:spcBef>
              <a:spcAft>
                <a:spcPts val="0"/>
              </a:spcAft>
              <a:buSzPts val="1100"/>
              <a:buAutoNum type="arabicPeriod"/>
            </a:pPr>
            <a:r>
              <a:rPr lang="en"/>
              <a:t>Sistemul reproduce caracteristicile generate folosind metode de transfer a aspectelor cunoscute</a:t>
            </a:r>
            <a:endParaRPr/>
          </a:p>
          <a:p>
            <a:pPr indent="-298450" lvl="0" marL="457200" rtl="0" algn="l">
              <a:spcBef>
                <a:spcPts val="0"/>
              </a:spcBef>
              <a:spcAft>
                <a:spcPts val="0"/>
              </a:spcAft>
              <a:buSzPts val="1100"/>
              <a:buAutoNum type="arabicPeriod"/>
            </a:pPr>
            <a:r>
              <a:rPr lang="en"/>
              <a:t>La final, aplicatia ajusteaza imaginea rezultata pentru a o face clara si realista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e1d838b627_4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e1d838b627_4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GANs - rol esential in reprezentarea si generarea imaginilor</a:t>
            </a:r>
            <a:endParaRPr/>
          </a:p>
          <a:p>
            <a:pPr indent="0" lvl="0" marL="0" rtl="0" algn="l">
              <a:spcBef>
                <a:spcPts val="0"/>
              </a:spcBef>
              <a:spcAft>
                <a:spcPts val="0"/>
              </a:spcAft>
              <a:buNone/>
            </a:pPr>
            <a:r>
              <a:rPr lang="en"/>
              <a:t>Incep prin desenarea folosind zgomotul, ci nu direct partea data</a:t>
            </a:r>
            <a:endParaRPr/>
          </a:p>
          <a:p>
            <a:pPr indent="0" lvl="0" marL="0" rtl="0" algn="l">
              <a:spcBef>
                <a:spcPts val="0"/>
              </a:spcBef>
              <a:spcAft>
                <a:spcPts val="0"/>
              </a:spcAft>
              <a:buNone/>
            </a:pPr>
            <a:r>
              <a:rPr lang="en"/>
              <a:t>Folosesc repetat procedeul folosind acest zgomot, prin utilizarea distributiei Gauss a domeniului local, adica a componentei de intrare</a:t>
            </a:r>
            <a:endParaRPr/>
          </a:p>
          <a:p>
            <a:pPr indent="0" lvl="0" marL="0" rtl="0" algn="l">
              <a:spcBef>
                <a:spcPts val="0"/>
              </a:spcBef>
              <a:spcAft>
                <a:spcPts val="0"/>
              </a:spcAft>
              <a:buNone/>
            </a:pPr>
            <a:r>
              <a:rPr lang="en"/>
              <a:t>Analizeaza zgomotul cu anumiti parametri specifici dati de codificator</a:t>
            </a:r>
            <a:endParaRPr/>
          </a:p>
          <a:p>
            <a:pPr indent="0" lvl="0" marL="0" rtl="0" algn="l">
              <a:spcBef>
                <a:spcPts val="0"/>
              </a:spcBef>
              <a:spcAft>
                <a:spcPts val="0"/>
              </a:spcAft>
              <a:buNone/>
            </a:pPr>
            <a:r>
              <a:rPr lang="en"/>
              <a:t>Folosesc o formula ce include produsul Hadamard pentru matrice -&gt; aduce eficienta si acuratete calculului</a:t>
            </a:r>
            <a:endParaRPr/>
          </a:p>
          <a:p>
            <a:pPr indent="0" lvl="0" marL="0" rtl="0" algn="l">
              <a:spcBef>
                <a:spcPts val="0"/>
              </a:spcBef>
              <a:spcAft>
                <a:spcPts val="0"/>
              </a:spcAft>
              <a:buNone/>
            </a:pPr>
            <a:r>
              <a:rPr lang="en"/>
              <a:t>Ajuta la evolutia imaginii prin constructia distributiilor pentru fiecare imagine in parte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0afff30d5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0afff30d5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Incearca sa mimeze capacitatea omului de a vedea intreaga imagine, desi nu detine toate partile din ea</a:t>
            </a:r>
            <a:endParaRPr/>
          </a:p>
          <a:p>
            <a:pPr indent="0" lvl="0" marL="0" rtl="0" algn="l">
              <a:spcBef>
                <a:spcPts val="0"/>
              </a:spcBef>
              <a:spcAft>
                <a:spcPts val="0"/>
              </a:spcAft>
              <a:buNone/>
            </a:pPr>
            <a:r>
              <a:rPr lang="en"/>
              <a:t>Folosesc o componenta noua, creata de ei, numita RRB care are rolul de a produce ultimul bloc al fiecarui nivel specific: primeste whole-feature de la step 1, extrage informatiile din aceasta, produce desenul folosind acele detalii, repeta procedeul pentru toate blocurile din fiecare nivel al imaginii</a:t>
            </a:r>
            <a:endParaRPr/>
          </a:p>
          <a:p>
            <a:pPr indent="0" lvl="0" marL="0" rtl="0" algn="l">
              <a:spcBef>
                <a:spcPts val="0"/>
              </a:spcBef>
              <a:spcAft>
                <a:spcPts val="0"/>
              </a:spcAft>
              <a:buNone/>
            </a:pPr>
            <a:r>
              <a:rPr lang="en"/>
              <a:t>Astfel, pastreaza in permanenta o relatie intre niveluri </a:t>
            </a:r>
            <a:endParaRPr/>
          </a:p>
          <a:p>
            <a:pPr indent="0" lvl="0" marL="0" rtl="0" algn="l">
              <a:spcBef>
                <a:spcPts val="0"/>
              </a:spcBef>
              <a:spcAft>
                <a:spcPts val="0"/>
              </a:spcAft>
              <a:buNone/>
            </a:pPr>
            <a:r>
              <a:rPr lang="en"/>
              <a:t>Echilibrul se mentine prin metode de trasnfer, concatenare, separare si combinare</a:t>
            </a:r>
            <a:endParaRPr/>
          </a:p>
          <a:p>
            <a:pPr indent="0" lvl="0" marL="0" rtl="0" algn="l">
              <a:spcBef>
                <a:spcPts val="0"/>
              </a:spcBef>
              <a:spcAft>
                <a:spcPts val="0"/>
              </a:spcAft>
              <a:buNone/>
            </a:pPr>
            <a:r>
              <a:rPr lang="en"/>
              <a:t>Reconstructia caracteristicilor intregului se realizeaza prin metode convolutionale care integreaza parametrii in legatura cu fiecare aspect cunoscut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0afff30d5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0afff30d5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Recicleaza caracteristicile piesei initiale pentru a finisa imaginea returnata -&gt; ajusteaza corespunzator whole-feature</a:t>
            </a:r>
            <a:endParaRPr/>
          </a:p>
          <a:p>
            <a:pPr indent="0" lvl="0" marL="0" rtl="0" algn="l">
              <a:spcBef>
                <a:spcPts val="0"/>
              </a:spcBef>
              <a:spcAft>
                <a:spcPts val="0"/>
              </a:spcAft>
              <a:buNone/>
            </a:pPr>
            <a:r>
              <a:rPr lang="en"/>
              <a:t>Transforma partile compozitionale in pixeli</a:t>
            </a:r>
            <a:endParaRPr/>
          </a:p>
          <a:p>
            <a:pPr indent="0" lvl="0" marL="0" rtl="0" algn="l">
              <a:spcBef>
                <a:spcPts val="0"/>
              </a:spcBef>
              <a:spcAft>
                <a:spcPts val="0"/>
              </a:spcAft>
              <a:buNone/>
            </a:pPr>
            <a:r>
              <a:rPr lang="en"/>
              <a:t>Pixelii obtinuti iau locul regiunii reproduse la pasiul anterior = Part-patch transmitting</a:t>
            </a:r>
            <a:endParaRPr/>
          </a:p>
          <a:p>
            <a:pPr indent="0" lvl="0" marL="0" rtl="0" algn="l">
              <a:spcBef>
                <a:spcPts val="0"/>
              </a:spcBef>
              <a:spcAft>
                <a:spcPts val="0"/>
              </a:spcAft>
              <a:buNone/>
            </a:pPr>
            <a:r>
              <a:rPr lang="en"/>
              <a:t>Procedeul poate fi dificil daca existe diferente mari intre partea cunoscuta si cea necunoscuta -&gt; de aceea combina partile transmise anterior cu cele redesenate in procesul de whole-patch fusioning</a:t>
            </a:r>
            <a:endParaRPr/>
          </a:p>
          <a:p>
            <a:pPr indent="0" lvl="0" marL="0" rtl="0" algn="l">
              <a:spcBef>
                <a:spcPts val="0"/>
              </a:spcBef>
              <a:spcAft>
                <a:spcPts val="0"/>
              </a:spcAft>
              <a:buNone/>
            </a:pPr>
            <a:r>
              <a:rPr lang="en"/>
              <a:t>Returneaza imaginea finala finisata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e1d838b627_4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e1d838b627_4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f929e0abba_1_1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f929e0abba_1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e20d9cf87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e20d9cf87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Inpainting -&gt; regiunea lipsa este mica si plasata in interiorul portiunii vazute -&gt; problematica daca se doreste obtinerea detalii externe considerabile</a:t>
            </a:r>
            <a:endParaRPr/>
          </a:p>
          <a:p>
            <a:pPr indent="0" lvl="0" marL="0" rtl="0" algn="l">
              <a:spcBef>
                <a:spcPts val="0"/>
              </a:spcBef>
              <a:spcAft>
                <a:spcPts val="0"/>
              </a:spcAft>
              <a:buNone/>
            </a:pPr>
            <a:r>
              <a:rPr lang="en"/>
              <a:t>Outpainting -&gt; partea nedescoperita este mare -&gt; problema este ca procedeul nu este antrenat sa foloseasca parti de intrare de forme diferite de cele de baza (in general, patratice)</a:t>
            </a:r>
            <a:endParaRPr/>
          </a:p>
          <a:p>
            <a:pPr indent="0" lvl="0" marL="0" rtl="0" algn="l">
              <a:spcBef>
                <a:spcPts val="0"/>
              </a:spcBef>
              <a:spcAft>
                <a:spcPts val="0"/>
              </a:spcAft>
              <a:buNone/>
            </a:pPr>
            <a:r>
              <a:rPr lang="en"/>
              <a:t>AMBELE metode folosesc expansiunea regiunii prin marirea componentelor cunoscute, fapt ce aduce efecte negative atunci cand exista diferente remarcabile intre cele doua portiuni</a:t>
            </a:r>
            <a:endParaRPr/>
          </a:p>
          <a:p>
            <a:pPr indent="0" lvl="0" marL="0" rtl="0" algn="l">
              <a:spcBef>
                <a:spcPts val="0"/>
              </a:spcBef>
              <a:spcAft>
                <a:spcPts val="0"/>
              </a:spcAft>
              <a:buNone/>
            </a:pPr>
            <a:r>
              <a:rPr lang="en"/>
              <a:t>GANs -&gt; 2014 -&gt; Goodfellow creeaza aceste GAN-uri care evolueaza in timp: StyleGAN - creste capacitatea celor initiale prin transferul de stil; GauGAN - foloseste distributia Gauss pentru a produce imagini realiste din simple schite; BigGAN - creaza imagini cu rezolutie si fidelitate inalta</a:t>
            </a:r>
            <a:endParaRPr/>
          </a:p>
          <a:p>
            <a:pPr indent="0" lvl="0" marL="0" rtl="0" algn="l">
              <a:spcBef>
                <a:spcPts val="0"/>
              </a:spcBef>
              <a:spcAft>
                <a:spcPts val="0"/>
              </a:spcAft>
              <a:buNone/>
            </a:pPr>
            <a:r>
              <a:rPr lang="en"/>
              <a:t>Generative Image Inp with Aux Context -&gt; metoda ia informatii doar din regiunile care confera detalii importante pentru partea lipsa, fapt ce aduce eficienta; aduce rezultate prin folosirea unei retele special create numita PatchGAN</a:t>
            </a:r>
            <a:endParaRPr/>
          </a:p>
          <a:p>
            <a:pPr indent="0" lvl="0" marL="0" rtl="0" algn="l">
              <a:spcBef>
                <a:spcPts val="0"/>
              </a:spcBef>
              <a:spcAft>
                <a:spcPts val="0"/>
              </a:spcAft>
              <a:buNone/>
            </a:pPr>
            <a:r>
              <a:rPr lang="en"/>
              <a:t>Parallel -&gt; foloseste abordari diferite pentru structura si textura: convolutie partiala a rezolutiei (are rol in eliminarea discrepantei dintre culori si partajarea informatiilor de la partile cunoscute la cele necunoscute) si fuziunea reprezentarilor utilizand masti (acest proces da rezultate deoarece se iau in calcul cazuri specifice pentru pixeli - cei care contin informatii esentiale si cei care se deseneaza dificil) -&gt; poate fi utilizata si pentru forme regulate sau nu</a:t>
            </a:r>
            <a:endParaRPr/>
          </a:p>
          <a:p>
            <a:pPr indent="0" lvl="0" marL="0" rtl="0" algn="l">
              <a:spcBef>
                <a:spcPts val="0"/>
              </a:spcBef>
              <a:spcAft>
                <a:spcPts val="0"/>
              </a:spcAft>
              <a:buNone/>
            </a:pPr>
            <a:r>
              <a:rPr lang="en"/>
              <a:t>Wavelet -&gt; foloseste transformari de unda discreta, descompunand imaginea initiala in benzi de frecventa </a:t>
            </a:r>
            <a:endParaRPr/>
          </a:p>
          <a:p>
            <a:pPr indent="0" lvl="0" marL="0" rtl="0" algn="l">
              <a:spcBef>
                <a:spcPts val="0"/>
              </a:spcBef>
              <a:spcAft>
                <a:spcPts val="0"/>
              </a:spcAft>
              <a:buNone/>
            </a:pPr>
            <a:r>
              <a:rPr lang="en"/>
              <a:t>Distillation -&gt; module de atentie si transfer de cunostinte, precum si completare adaptiva de blocuri</a:t>
            </a:r>
            <a:endParaRPr/>
          </a:p>
          <a:p>
            <a:pPr indent="0" lvl="0" marL="0" rtl="0" algn="l">
              <a:spcBef>
                <a:spcPts val="0"/>
              </a:spcBef>
              <a:spcAft>
                <a:spcPts val="0"/>
              </a:spcAft>
              <a:buNone/>
            </a:pPr>
            <a:r>
              <a:rPr lang="en"/>
              <a:t>Conditional Texture and Structure Dual Generation -&gt; abordeaza diferit cele doua componente:  folosesc modulul creat de ei Bi-GFF si CFA care au rolul de a combina textura obtinuta de decodificator si componentele structurale</a:t>
            </a:r>
            <a:endParaRPr/>
          </a:p>
          <a:p>
            <a:pPr indent="0" lvl="0" marL="0" rtl="0" algn="l">
              <a:spcBef>
                <a:spcPts val="0"/>
              </a:spcBef>
              <a:spcAft>
                <a:spcPts val="0"/>
              </a:spcAft>
              <a:buNone/>
            </a:pPr>
            <a:r>
              <a:rPr lang="en"/>
              <a:t>I2I Translation -&gt; Pix2Pix este un exemplu de aplicatie care primind o imagine, o translateaza, iar la final s edecide daca predictia facuta este sau nu plauzibila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e207fd22f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e207fd22f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1017fc034d6_2_25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1017fc034d6_2_25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hyperlink" Target="http://bit.ly/2Tynxth"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929248" y="872100"/>
            <a:ext cx="3670200" cy="286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Clr>
                <a:srgbClr val="191919"/>
              </a:buClr>
              <a:buSzPts val="5200"/>
              <a:buNone/>
              <a:defRPr sz="6000">
                <a:solidFill>
                  <a:schemeClr val="dk1"/>
                </a:solidFill>
                <a:latin typeface="Russo One"/>
                <a:ea typeface="Russo One"/>
                <a:cs typeface="Russo One"/>
                <a:sym typeface="Russo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929248" y="3737700"/>
            <a:ext cx="2568300" cy="5337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800">
                <a:latin typeface="Monda"/>
                <a:ea typeface="Monda"/>
                <a:cs typeface="Monda"/>
                <a:sym typeface="Mond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rot="5400000">
            <a:off x="4148830" y="4117701"/>
            <a:ext cx="1839600" cy="20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4150225" y="810450"/>
            <a:ext cx="2571900" cy="95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a:off x="5172375" y="3300800"/>
            <a:ext cx="7353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7753075" y="3297075"/>
            <a:ext cx="20958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5911681" y="0"/>
            <a:ext cx="39372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 name="Google Shape;16;p2"/>
          <p:cNvPicPr preferRelativeResize="0"/>
          <p:nvPr/>
        </p:nvPicPr>
        <p:blipFill>
          <a:blip r:embed="rId2">
            <a:alphaModFix/>
          </a:blip>
          <a:stretch>
            <a:fillRect/>
          </a:stretch>
        </p:blipFill>
        <p:spPr>
          <a:xfrm>
            <a:off x="5911681" y="1638"/>
            <a:ext cx="3937320" cy="3295663"/>
          </a:xfrm>
          <a:prstGeom prst="rect">
            <a:avLst/>
          </a:prstGeom>
          <a:noFill/>
          <a:ln>
            <a:noFill/>
          </a:ln>
        </p:spPr>
      </p:pic>
      <p:grpSp>
        <p:nvGrpSpPr>
          <p:cNvPr id="17" name="Google Shape;17;p2"/>
          <p:cNvGrpSpPr/>
          <p:nvPr/>
        </p:nvGrpSpPr>
        <p:grpSpPr>
          <a:xfrm>
            <a:off x="5911746" y="3297346"/>
            <a:ext cx="1841334" cy="1849979"/>
            <a:chOff x="5911746" y="3297346"/>
            <a:chExt cx="1841334" cy="1849979"/>
          </a:xfrm>
        </p:grpSpPr>
        <p:grpSp>
          <p:nvGrpSpPr>
            <p:cNvPr id="18" name="Google Shape;18;p2"/>
            <p:cNvGrpSpPr/>
            <p:nvPr/>
          </p:nvGrpSpPr>
          <p:grpSpPr>
            <a:xfrm>
              <a:off x="5911746" y="3297346"/>
              <a:ext cx="1841334" cy="1846519"/>
              <a:chOff x="5522250" y="3622800"/>
              <a:chExt cx="1518000" cy="1522275"/>
            </a:xfrm>
          </p:grpSpPr>
          <p:sp>
            <p:nvSpPr>
              <p:cNvPr id="19" name="Google Shape;19;p2"/>
              <p:cNvSpPr/>
              <p:nvPr/>
            </p:nvSpPr>
            <p:spPr>
              <a:xfrm>
                <a:off x="5523000" y="3622800"/>
                <a:ext cx="1516500" cy="15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5522250" y="3627075"/>
                <a:ext cx="1518000" cy="15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 name="Google Shape;21;p2"/>
            <p:cNvPicPr preferRelativeResize="0"/>
            <p:nvPr/>
          </p:nvPicPr>
          <p:blipFill rotWithShape="1">
            <a:blip r:embed="rId3">
              <a:alphaModFix/>
            </a:blip>
            <a:srcRect b="16254" l="17060" r="0" t="0"/>
            <a:stretch/>
          </p:blipFill>
          <p:spPr>
            <a:xfrm>
              <a:off x="5911751" y="3300800"/>
              <a:ext cx="1828750" cy="1846525"/>
            </a:xfrm>
            <a:prstGeom prst="rect">
              <a:avLst/>
            </a:prstGeom>
            <a:noFill/>
            <a:ln>
              <a:noFill/>
            </a:ln>
          </p:spPr>
        </p:pic>
      </p:grpSp>
      <p:sp>
        <p:nvSpPr>
          <p:cNvPr id="22" name="Google Shape;22;p2"/>
          <p:cNvSpPr/>
          <p:nvPr/>
        </p:nvSpPr>
        <p:spPr>
          <a:xfrm flipH="1" rot="-5400000">
            <a:off x="5068675" y="2463900"/>
            <a:ext cx="735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3105150" y="1257300"/>
            <a:ext cx="4258800" cy="2568600"/>
          </a:xfrm>
          <a:prstGeom prst="rect">
            <a:avLst/>
          </a:prstGeom>
          <a:ln>
            <a:noFill/>
          </a:ln>
        </p:spPr>
        <p:txBody>
          <a:bodyPr anchorCtr="0" anchor="ctr" bIns="91425" lIns="91425" spcFirstLastPara="1" rIns="91425" wrap="square" tIns="91425">
            <a:noAutofit/>
          </a:bodyPr>
          <a:lstStyle>
            <a:lvl1pPr lvl="0">
              <a:lnSpc>
                <a:spcPct val="90000"/>
              </a:lnSpc>
              <a:spcBef>
                <a:spcPts val="0"/>
              </a:spcBef>
              <a:spcAft>
                <a:spcPts val="0"/>
              </a:spcAft>
              <a:buSzPts val="3600"/>
              <a:buNone/>
              <a:defRPr sz="5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 name="Google Shape;25;p3"/>
          <p:cNvSpPr txBox="1"/>
          <p:nvPr>
            <p:ph hasCustomPrompt="1" idx="2" type="title"/>
          </p:nvPr>
        </p:nvSpPr>
        <p:spPr>
          <a:xfrm>
            <a:off x="6595675" y="949900"/>
            <a:ext cx="1828800" cy="102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b="1" sz="7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6" name="Google Shape;26;p3"/>
          <p:cNvSpPr txBox="1"/>
          <p:nvPr>
            <p:ph idx="1" type="subTitle"/>
          </p:nvPr>
        </p:nvSpPr>
        <p:spPr>
          <a:xfrm>
            <a:off x="3105150" y="3870425"/>
            <a:ext cx="5173200" cy="500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 name="Google Shape;27;p3"/>
          <p:cNvSpPr/>
          <p:nvPr/>
        </p:nvSpPr>
        <p:spPr>
          <a:xfrm rot="5400000">
            <a:off x="-2096400" y="2096400"/>
            <a:ext cx="5143800" cy="95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 name="Google Shape;28;p3"/>
          <p:cNvGrpSpPr/>
          <p:nvPr/>
        </p:nvGrpSpPr>
        <p:grpSpPr>
          <a:xfrm>
            <a:off x="951746" y="3299083"/>
            <a:ext cx="1841334" cy="1849979"/>
            <a:chOff x="5911746" y="3297346"/>
            <a:chExt cx="1841334" cy="1849979"/>
          </a:xfrm>
        </p:grpSpPr>
        <p:grpSp>
          <p:nvGrpSpPr>
            <p:cNvPr id="29" name="Google Shape;29;p3"/>
            <p:cNvGrpSpPr/>
            <p:nvPr/>
          </p:nvGrpSpPr>
          <p:grpSpPr>
            <a:xfrm>
              <a:off x="5911746" y="3297346"/>
              <a:ext cx="1841334" cy="1846519"/>
              <a:chOff x="5522250" y="3622800"/>
              <a:chExt cx="1518000" cy="1522275"/>
            </a:xfrm>
          </p:grpSpPr>
          <p:sp>
            <p:nvSpPr>
              <p:cNvPr id="30" name="Google Shape;30;p3"/>
              <p:cNvSpPr/>
              <p:nvPr/>
            </p:nvSpPr>
            <p:spPr>
              <a:xfrm>
                <a:off x="5523000" y="3622800"/>
                <a:ext cx="1516500" cy="15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522250" y="3627075"/>
                <a:ext cx="1518000" cy="15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2" name="Google Shape;32;p3"/>
            <p:cNvPicPr preferRelativeResize="0"/>
            <p:nvPr/>
          </p:nvPicPr>
          <p:blipFill rotWithShape="1">
            <a:blip r:embed="rId2">
              <a:alphaModFix/>
            </a:blip>
            <a:srcRect b="16254" l="17060" r="0" t="0"/>
            <a:stretch/>
          </p:blipFill>
          <p:spPr>
            <a:xfrm>
              <a:off x="5911751" y="3300800"/>
              <a:ext cx="1828750" cy="1846525"/>
            </a:xfrm>
            <a:prstGeom prst="rect">
              <a:avLst/>
            </a:prstGeom>
            <a:noFill/>
            <a:ln>
              <a:noFill/>
            </a:ln>
          </p:spPr>
        </p:pic>
      </p:grpSp>
      <p:sp>
        <p:nvSpPr>
          <p:cNvPr id="33" name="Google Shape;33;p3"/>
          <p:cNvSpPr/>
          <p:nvPr/>
        </p:nvSpPr>
        <p:spPr>
          <a:xfrm>
            <a:off x="951628" y="0"/>
            <a:ext cx="18414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 name="Google Shape;34;p3"/>
          <p:cNvPicPr preferRelativeResize="0"/>
          <p:nvPr/>
        </p:nvPicPr>
        <p:blipFill rotWithShape="1">
          <a:blip r:embed="rId3">
            <a:alphaModFix/>
          </a:blip>
          <a:srcRect b="0" l="53233" r="0" t="0"/>
          <a:stretch/>
        </p:blipFill>
        <p:spPr>
          <a:xfrm>
            <a:off x="951750" y="1650"/>
            <a:ext cx="1841325" cy="32956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 name="Shape 35"/>
        <p:cNvGrpSpPr/>
        <p:nvPr/>
      </p:nvGrpSpPr>
      <p:grpSpPr>
        <a:xfrm>
          <a:off x="0" y="0"/>
          <a:ext cx="0" cy="0"/>
          <a:chOff x="0" y="0"/>
          <a:chExt cx="0" cy="0"/>
        </a:xfrm>
      </p:grpSpPr>
      <p:sp>
        <p:nvSpPr>
          <p:cNvPr id="36" name="Google Shape;36;p4"/>
          <p:cNvSpPr/>
          <p:nvPr/>
        </p:nvSpPr>
        <p:spPr>
          <a:xfrm flipH="1">
            <a:off x="0" y="3297075"/>
            <a:ext cx="7050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3232319" y="0"/>
            <a:ext cx="39372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 name="Google Shape;38;p4"/>
          <p:cNvPicPr preferRelativeResize="0"/>
          <p:nvPr/>
        </p:nvPicPr>
        <p:blipFill>
          <a:blip r:embed="rId2">
            <a:alphaModFix/>
          </a:blip>
          <a:stretch>
            <a:fillRect/>
          </a:stretch>
        </p:blipFill>
        <p:spPr>
          <a:xfrm>
            <a:off x="-3232319" y="1638"/>
            <a:ext cx="3937320" cy="3295663"/>
          </a:xfrm>
          <a:prstGeom prst="rect">
            <a:avLst/>
          </a:prstGeom>
          <a:noFill/>
          <a:ln>
            <a:noFill/>
          </a:ln>
        </p:spPr>
      </p:pic>
      <p:sp>
        <p:nvSpPr>
          <p:cNvPr id="39" name="Google Shape;39;p4"/>
          <p:cNvSpPr/>
          <p:nvPr/>
        </p:nvSpPr>
        <p:spPr>
          <a:xfrm rot="5400000">
            <a:off x="7019707" y="1173675"/>
            <a:ext cx="3297300" cy="9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rot="-5400000">
            <a:off x="7748257" y="3748575"/>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flipH="1" rot="10800000">
            <a:off x="8181182" y="3297321"/>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8181182" y="3297300"/>
            <a:ext cx="1922700" cy="1846500"/>
          </a:xfrm>
          <a:prstGeom prst="pie">
            <a:avLst>
              <a:gd fmla="val 10809857"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4"/>
          <p:cNvPicPr preferRelativeResize="0"/>
          <p:nvPr/>
        </p:nvPicPr>
        <p:blipFill rotWithShape="1">
          <a:blip r:embed="rId2">
            <a:alphaModFix/>
          </a:blip>
          <a:srcRect b="10793" l="24710" r="49562" t="0"/>
          <a:stretch/>
        </p:blipFill>
        <p:spPr>
          <a:xfrm flipH="1">
            <a:off x="8190533" y="-75"/>
            <a:ext cx="951000" cy="3297375"/>
          </a:xfrm>
          <a:prstGeom prst="rect">
            <a:avLst/>
          </a:prstGeom>
          <a:noFill/>
          <a:ln>
            <a:noFill/>
          </a:ln>
        </p:spPr>
      </p:pic>
      <p:sp>
        <p:nvSpPr>
          <p:cNvPr id="44" name="Google Shape;44;p4"/>
          <p:cNvSpPr txBox="1"/>
          <p:nvPr>
            <p:ph type="title"/>
          </p:nvPr>
        </p:nvSpPr>
        <p:spPr>
          <a:xfrm>
            <a:off x="811896" y="445025"/>
            <a:ext cx="72678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 name="Google Shape;45;p4"/>
          <p:cNvSpPr txBox="1"/>
          <p:nvPr>
            <p:ph idx="1" type="body"/>
          </p:nvPr>
        </p:nvSpPr>
        <p:spPr>
          <a:xfrm>
            <a:off x="811900" y="1017725"/>
            <a:ext cx="7267800" cy="35703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AutoNum type="arabicPeriod"/>
              <a:defRPr sz="11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AutoNum type="alphaLcPeriod"/>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AutoNum type="romanLcPeriod"/>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AutoNum type="arabicPeriod"/>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AutoNum type="alphaLcPeriod"/>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AutoNum type="romanLcPeriod"/>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AutoNum type="arabicPeriod"/>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AutoNum type="alphaLcPeriod"/>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AutoNum type="romanLcPeriod"/>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5"/>
          <p:cNvSpPr txBox="1"/>
          <p:nvPr>
            <p:ph idx="1" type="subTitle"/>
          </p:nvPr>
        </p:nvSpPr>
        <p:spPr>
          <a:xfrm>
            <a:off x="720000" y="2579150"/>
            <a:ext cx="3241500" cy="572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500"/>
              <a:buFont typeface="Bebas Neue"/>
              <a:buNone/>
              <a:defRPr sz="2800">
                <a:latin typeface="Russo One"/>
                <a:ea typeface="Russo One"/>
                <a:cs typeface="Russo One"/>
                <a:sym typeface="Russo On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8" name="Google Shape;48;p5"/>
          <p:cNvSpPr txBox="1"/>
          <p:nvPr>
            <p:ph idx="2" type="subTitle"/>
          </p:nvPr>
        </p:nvSpPr>
        <p:spPr>
          <a:xfrm>
            <a:off x="4571997" y="2579150"/>
            <a:ext cx="32415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800">
                <a:latin typeface="Russo One"/>
                <a:ea typeface="Russo One"/>
                <a:cs typeface="Russo One"/>
                <a:sym typeface="Russo One"/>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9" name="Google Shape;49;p5"/>
          <p:cNvSpPr txBox="1"/>
          <p:nvPr>
            <p:ph idx="3" type="subTitle"/>
          </p:nvPr>
        </p:nvSpPr>
        <p:spPr>
          <a:xfrm>
            <a:off x="720000" y="3193175"/>
            <a:ext cx="3241500" cy="10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 name="Google Shape;50;p5"/>
          <p:cNvSpPr txBox="1"/>
          <p:nvPr>
            <p:ph idx="4" type="subTitle"/>
          </p:nvPr>
        </p:nvSpPr>
        <p:spPr>
          <a:xfrm>
            <a:off x="4571997" y="3193175"/>
            <a:ext cx="3241500" cy="10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 name="Google Shape;51;p5"/>
          <p:cNvSpPr txBox="1"/>
          <p:nvPr>
            <p:ph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2" name="Google Shape;52;p5"/>
          <p:cNvSpPr/>
          <p:nvPr/>
        </p:nvSpPr>
        <p:spPr>
          <a:xfrm rot="5400000">
            <a:off x="7022632" y="3019875"/>
            <a:ext cx="3297300" cy="9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 name="Google Shape;53;p5"/>
          <p:cNvPicPr preferRelativeResize="0"/>
          <p:nvPr/>
        </p:nvPicPr>
        <p:blipFill rotWithShape="1">
          <a:blip r:embed="rId2">
            <a:alphaModFix/>
          </a:blip>
          <a:srcRect b="10793" l="24710" r="49562" t="0"/>
          <a:stretch/>
        </p:blipFill>
        <p:spPr>
          <a:xfrm flipH="1">
            <a:off x="8193458" y="1846125"/>
            <a:ext cx="951000" cy="3297375"/>
          </a:xfrm>
          <a:prstGeom prst="rect">
            <a:avLst/>
          </a:prstGeom>
          <a:noFill/>
          <a:ln>
            <a:noFill/>
          </a:ln>
        </p:spPr>
      </p:pic>
      <p:sp>
        <p:nvSpPr>
          <p:cNvPr id="54" name="Google Shape;54;p5"/>
          <p:cNvSpPr/>
          <p:nvPr/>
        </p:nvSpPr>
        <p:spPr>
          <a:xfrm flipH="1">
            <a:off x="8405150" y="0"/>
            <a:ext cx="7353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rot="5400000">
            <a:off x="7381605" y="816901"/>
            <a:ext cx="1839600" cy="20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6"/>
          <p:cNvSpPr txBox="1"/>
          <p:nvPr>
            <p:ph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 name="Google Shape;58;p6"/>
          <p:cNvSpPr/>
          <p:nvPr/>
        </p:nvSpPr>
        <p:spPr>
          <a:xfrm>
            <a:off x="0" y="3297150"/>
            <a:ext cx="504900" cy="184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0" y="-150"/>
            <a:ext cx="5049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6"/>
          <p:cNvPicPr preferRelativeResize="0"/>
          <p:nvPr/>
        </p:nvPicPr>
        <p:blipFill rotWithShape="1">
          <a:blip r:embed="rId2">
            <a:alphaModFix/>
          </a:blip>
          <a:srcRect b="0" l="23102" r="61819" t="0"/>
          <a:stretch/>
        </p:blipFill>
        <p:spPr>
          <a:xfrm>
            <a:off x="7650" y="-175"/>
            <a:ext cx="497172" cy="329737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 name="Shape 61"/>
        <p:cNvGrpSpPr/>
        <p:nvPr/>
      </p:nvGrpSpPr>
      <p:grpSpPr>
        <a:xfrm>
          <a:off x="0" y="0"/>
          <a:ext cx="0" cy="0"/>
          <a:chOff x="0" y="0"/>
          <a:chExt cx="0" cy="0"/>
        </a:xfrm>
      </p:grpSpPr>
      <p:sp>
        <p:nvSpPr>
          <p:cNvPr id="62" name="Google Shape;62;p7"/>
          <p:cNvSpPr/>
          <p:nvPr/>
        </p:nvSpPr>
        <p:spPr>
          <a:xfrm rot="5400000">
            <a:off x="7383000" y="808550"/>
            <a:ext cx="2571900" cy="95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flipH="1">
            <a:off x="8405150" y="3298900"/>
            <a:ext cx="7353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p:nvPr/>
        </p:nvSpPr>
        <p:spPr>
          <a:xfrm rot="5400000">
            <a:off x="7381605" y="4115801"/>
            <a:ext cx="1839600" cy="20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rot="-5400000">
            <a:off x="8301450" y="2462000"/>
            <a:ext cx="735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txBox="1"/>
          <p:nvPr>
            <p:ph type="title"/>
          </p:nvPr>
        </p:nvSpPr>
        <p:spPr>
          <a:xfrm>
            <a:off x="1200150" y="879825"/>
            <a:ext cx="5530500" cy="8904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 name="Google Shape;67;p7"/>
          <p:cNvSpPr txBox="1"/>
          <p:nvPr>
            <p:ph idx="1" type="body"/>
          </p:nvPr>
        </p:nvSpPr>
        <p:spPr>
          <a:xfrm>
            <a:off x="1213106" y="1654000"/>
            <a:ext cx="5530500" cy="27465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1"/>
              </a:buClr>
              <a:buSzPts val="1400"/>
              <a:buChar char="●"/>
              <a:defRPr sz="16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8"/>
          <p:cNvSpPr/>
          <p:nvPr/>
        </p:nvSpPr>
        <p:spPr>
          <a:xfrm>
            <a:off x="7302398" y="1841625"/>
            <a:ext cx="2718000" cy="3297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8"/>
          <p:cNvPicPr preferRelativeResize="0"/>
          <p:nvPr/>
        </p:nvPicPr>
        <p:blipFill rotWithShape="1">
          <a:blip r:embed="rId2">
            <a:alphaModFix/>
          </a:blip>
          <a:srcRect b="0" l="0" r="30967" t="0"/>
          <a:stretch/>
        </p:blipFill>
        <p:spPr>
          <a:xfrm>
            <a:off x="7302398" y="1843275"/>
            <a:ext cx="2718000" cy="3295650"/>
          </a:xfrm>
          <a:prstGeom prst="rect">
            <a:avLst/>
          </a:prstGeom>
          <a:noFill/>
          <a:ln>
            <a:noFill/>
          </a:ln>
        </p:spPr>
      </p:pic>
      <p:sp>
        <p:nvSpPr>
          <p:cNvPr id="71" name="Google Shape;71;p8"/>
          <p:cNvSpPr/>
          <p:nvPr/>
        </p:nvSpPr>
        <p:spPr>
          <a:xfrm>
            <a:off x="0" y="-150"/>
            <a:ext cx="9621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 name="Google Shape;72;p8"/>
          <p:cNvPicPr preferRelativeResize="0"/>
          <p:nvPr/>
        </p:nvPicPr>
        <p:blipFill rotWithShape="1">
          <a:blip r:embed="rId3">
            <a:alphaModFix/>
          </a:blip>
          <a:srcRect b="0" l="23102" r="48056" t="0"/>
          <a:stretch/>
        </p:blipFill>
        <p:spPr>
          <a:xfrm>
            <a:off x="7650" y="-175"/>
            <a:ext cx="950999" cy="3297377"/>
          </a:xfrm>
          <a:prstGeom prst="rect">
            <a:avLst/>
          </a:prstGeom>
          <a:noFill/>
          <a:ln>
            <a:noFill/>
          </a:ln>
        </p:spPr>
      </p:pic>
      <p:sp>
        <p:nvSpPr>
          <p:cNvPr id="73" name="Google Shape;73;p8"/>
          <p:cNvSpPr/>
          <p:nvPr/>
        </p:nvSpPr>
        <p:spPr>
          <a:xfrm rot="5400000">
            <a:off x="-444000" y="3748575"/>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rot="10800000">
            <a:off x="-960625" y="3297321"/>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flipH="1">
            <a:off x="-960625" y="3297300"/>
            <a:ext cx="1922700" cy="1846500"/>
          </a:xfrm>
          <a:prstGeom prst="pie">
            <a:avLst>
              <a:gd fmla="val 1080985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7907500" y="520475"/>
            <a:ext cx="2112900" cy="1318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7075898" y="747730"/>
            <a:ext cx="1313700" cy="860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rot="-5400000">
            <a:off x="8397998" y="-1095600"/>
            <a:ext cx="524700" cy="27159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txBox="1"/>
          <p:nvPr>
            <p:ph type="title"/>
          </p:nvPr>
        </p:nvSpPr>
        <p:spPr>
          <a:xfrm>
            <a:off x="1533525" y="1307100"/>
            <a:ext cx="5410200" cy="25293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6000"/>
              <a:buNone/>
              <a:defRPr sz="7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9"/>
          <p:cNvSpPr/>
          <p:nvPr/>
        </p:nvSpPr>
        <p:spPr>
          <a:xfrm>
            <a:off x="1913075" y="3617850"/>
            <a:ext cx="801600" cy="152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a:off x="-1611225" y="2850"/>
            <a:ext cx="43260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9"/>
          <p:cNvSpPr/>
          <p:nvPr/>
        </p:nvSpPr>
        <p:spPr>
          <a:xfrm>
            <a:off x="-1611225" y="3625650"/>
            <a:ext cx="35244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 name="Google Shape;84;p9"/>
          <p:cNvPicPr preferRelativeResize="0"/>
          <p:nvPr/>
        </p:nvPicPr>
        <p:blipFill rotWithShape="1">
          <a:blip r:embed="rId2">
            <a:alphaModFix/>
          </a:blip>
          <a:srcRect b="16254" l="0" r="0" t="0"/>
          <a:stretch/>
        </p:blipFill>
        <p:spPr>
          <a:xfrm>
            <a:off x="-1611225" y="2850"/>
            <a:ext cx="4326000" cy="3622800"/>
          </a:xfrm>
          <a:prstGeom prst="rect">
            <a:avLst/>
          </a:prstGeom>
          <a:noFill/>
          <a:ln>
            <a:noFill/>
          </a:ln>
        </p:spPr>
      </p:pic>
      <p:sp>
        <p:nvSpPr>
          <p:cNvPr id="85" name="Google Shape;85;p9"/>
          <p:cNvSpPr/>
          <p:nvPr/>
        </p:nvSpPr>
        <p:spPr>
          <a:xfrm flipH="1">
            <a:off x="-1574253" y="3627371"/>
            <a:ext cx="3148500" cy="30231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rot="5400000">
            <a:off x="6101400" y="2091600"/>
            <a:ext cx="5134200" cy="95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
          <p:cNvSpPr txBox="1"/>
          <p:nvPr>
            <p:ph type="title"/>
          </p:nvPr>
        </p:nvSpPr>
        <p:spPr>
          <a:xfrm>
            <a:off x="3330494" y="1175375"/>
            <a:ext cx="4218300" cy="6951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8" name="Google Shape;88;p9"/>
          <p:cNvSpPr txBox="1"/>
          <p:nvPr>
            <p:ph idx="1" type="subTitle"/>
          </p:nvPr>
        </p:nvSpPr>
        <p:spPr>
          <a:xfrm>
            <a:off x="3330494" y="1870525"/>
            <a:ext cx="4218300" cy="21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10"/>
          <p:cNvSpPr txBox="1"/>
          <p:nvPr>
            <p:ph type="title"/>
          </p:nvPr>
        </p:nvSpPr>
        <p:spPr>
          <a:xfrm>
            <a:off x="5934175" y="817625"/>
            <a:ext cx="2391900" cy="15303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400">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1" name="Google Shape;91;p10"/>
          <p:cNvSpPr/>
          <p:nvPr/>
        </p:nvSpPr>
        <p:spPr>
          <a:xfrm flipH="1" rot="-5400000">
            <a:off x="-1173750" y="1173675"/>
            <a:ext cx="3297300" cy="9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0"/>
          <p:cNvSpPr/>
          <p:nvPr/>
        </p:nvSpPr>
        <p:spPr>
          <a:xfrm rot="5400000">
            <a:off x="-444000" y="3748575"/>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0"/>
          <p:cNvSpPr/>
          <p:nvPr/>
        </p:nvSpPr>
        <p:spPr>
          <a:xfrm rot="10800000">
            <a:off x="-960625" y="3297321"/>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0"/>
          <p:cNvSpPr/>
          <p:nvPr/>
        </p:nvSpPr>
        <p:spPr>
          <a:xfrm flipH="1">
            <a:off x="-960625" y="3297300"/>
            <a:ext cx="1922700" cy="1846500"/>
          </a:xfrm>
          <a:prstGeom prst="pie">
            <a:avLst>
              <a:gd fmla="val 10809857"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 name="Google Shape;95;p10"/>
          <p:cNvPicPr preferRelativeResize="0"/>
          <p:nvPr/>
        </p:nvPicPr>
        <p:blipFill rotWithShape="1">
          <a:blip r:embed="rId2">
            <a:alphaModFix/>
          </a:blip>
          <a:srcRect b="10793" l="2042" r="72230" t="0"/>
          <a:stretch/>
        </p:blipFill>
        <p:spPr>
          <a:xfrm flipH="1">
            <a:off x="10975" y="-75"/>
            <a:ext cx="951000" cy="32973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11"/>
          <p:cNvSpPr txBox="1"/>
          <p:nvPr>
            <p:ph hasCustomPrompt="1" type="title"/>
          </p:nvPr>
        </p:nvSpPr>
        <p:spPr>
          <a:xfrm>
            <a:off x="713125" y="971550"/>
            <a:ext cx="5020800" cy="208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0"/>
              <a:buNone/>
              <a:defRPr b="1" sz="72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8" name="Google Shape;98;p11"/>
          <p:cNvSpPr txBox="1"/>
          <p:nvPr>
            <p:ph idx="1" type="subTitle"/>
          </p:nvPr>
        </p:nvSpPr>
        <p:spPr>
          <a:xfrm>
            <a:off x="713225" y="3174050"/>
            <a:ext cx="5020800" cy="7134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9" name="Google Shape;99;p11"/>
          <p:cNvSpPr/>
          <p:nvPr/>
        </p:nvSpPr>
        <p:spPr>
          <a:xfrm>
            <a:off x="0" y="3297150"/>
            <a:ext cx="504900" cy="184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1"/>
          <p:cNvSpPr/>
          <p:nvPr/>
        </p:nvSpPr>
        <p:spPr>
          <a:xfrm>
            <a:off x="0" y="-150"/>
            <a:ext cx="5049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1" name="Google Shape;101;p11"/>
          <p:cNvPicPr preferRelativeResize="0"/>
          <p:nvPr/>
        </p:nvPicPr>
        <p:blipFill rotWithShape="1">
          <a:blip r:embed="rId2">
            <a:alphaModFix/>
          </a:blip>
          <a:srcRect b="0" l="23102" r="61819" t="0"/>
          <a:stretch/>
        </p:blipFill>
        <p:spPr>
          <a:xfrm>
            <a:off x="7650" y="-175"/>
            <a:ext cx="497172" cy="3297377"/>
          </a:xfrm>
          <a:prstGeom prst="rect">
            <a:avLst/>
          </a:prstGeom>
          <a:noFill/>
          <a:ln>
            <a:noFill/>
          </a:ln>
        </p:spPr>
      </p:pic>
      <p:sp>
        <p:nvSpPr>
          <p:cNvPr id="102" name="Google Shape;102;p11"/>
          <p:cNvSpPr/>
          <p:nvPr/>
        </p:nvSpPr>
        <p:spPr>
          <a:xfrm>
            <a:off x="5911750" y="0"/>
            <a:ext cx="3232200" cy="329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3" name="Google Shape;103;p11"/>
          <p:cNvPicPr preferRelativeResize="0"/>
          <p:nvPr/>
        </p:nvPicPr>
        <p:blipFill rotWithShape="1">
          <a:blip r:embed="rId3">
            <a:alphaModFix/>
          </a:blip>
          <a:srcRect b="16254" l="0" r="17904" t="0"/>
          <a:stretch/>
        </p:blipFill>
        <p:spPr>
          <a:xfrm>
            <a:off x="5911750" y="0"/>
            <a:ext cx="3232250" cy="3297125"/>
          </a:xfrm>
          <a:prstGeom prst="rect">
            <a:avLst/>
          </a:prstGeom>
          <a:noFill/>
          <a:ln>
            <a:noFill/>
          </a:ln>
        </p:spPr>
      </p:pic>
      <p:sp>
        <p:nvSpPr>
          <p:cNvPr id="104" name="Google Shape;104;p11"/>
          <p:cNvSpPr/>
          <p:nvPr/>
        </p:nvSpPr>
        <p:spPr>
          <a:xfrm>
            <a:off x="7753075" y="3300675"/>
            <a:ext cx="18414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11"/>
          <p:cNvGrpSpPr/>
          <p:nvPr/>
        </p:nvGrpSpPr>
        <p:grpSpPr>
          <a:xfrm>
            <a:off x="5911746" y="3300946"/>
            <a:ext cx="1841334" cy="1846519"/>
            <a:chOff x="5522250" y="3622800"/>
            <a:chExt cx="1518000" cy="1522275"/>
          </a:xfrm>
        </p:grpSpPr>
        <p:sp>
          <p:nvSpPr>
            <p:cNvPr id="106" name="Google Shape;106;p11"/>
            <p:cNvSpPr/>
            <p:nvPr/>
          </p:nvSpPr>
          <p:spPr>
            <a:xfrm>
              <a:off x="5523000" y="3622800"/>
              <a:ext cx="1516500" cy="15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1"/>
            <p:cNvSpPr/>
            <p:nvPr/>
          </p:nvSpPr>
          <p:spPr>
            <a:xfrm>
              <a:off x="5522250" y="3627075"/>
              <a:ext cx="1518000" cy="15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8" name="Shape 10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
    <p:spTree>
      <p:nvGrpSpPr>
        <p:cNvPr id="109" name="Shape 109"/>
        <p:cNvGrpSpPr/>
        <p:nvPr/>
      </p:nvGrpSpPr>
      <p:grpSpPr>
        <a:xfrm>
          <a:off x="0" y="0"/>
          <a:ext cx="0" cy="0"/>
          <a:chOff x="0" y="0"/>
          <a:chExt cx="0" cy="0"/>
        </a:xfrm>
      </p:grpSpPr>
      <p:sp>
        <p:nvSpPr>
          <p:cNvPr id="110" name="Google Shape;110;p13"/>
          <p:cNvSpPr txBox="1"/>
          <p:nvPr>
            <p:ph type="title"/>
          </p:nvPr>
        </p:nvSpPr>
        <p:spPr>
          <a:xfrm>
            <a:off x="3743325" y="1335175"/>
            <a:ext cx="2619300" cy="762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1" name="Google Shape;111;p13"/>
          <p:cNvSpPr txBox="1"/>
          <p:nvPr>
            <p:ph idx="1" type="subTitle"/>
          </p:nvPr>
        </p:nvSpPr>
        <p:spPr>
          <a:xfrm>
            <a:off x="6448425" y="1335175"/>
            <a:ext cx="1982100" cy="76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2" name="Google Shape;112;p13"/>
          <p:cNvSpPr txBox="1"/>
          <p:nvPr>
            <p:ph idx="2" type="title"/>
          </p:nvPr>
        </p:nvSpPr>
        <p:spPr>
          <a:xfrm>
            <a:off x="2611500" y="445025"/>
            <a:ext cx="58191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 name="Google Shape;113;p13"/>
          <p:cNvSpPr txBox="1"/>
          <p:nvPr>
            <p:ph hasCustomPrompt="1" idx="3" type="title"/>
          </p:nvPr>
        </p:nvSpPr>
        <p:spPr>
          <a:xfrm>
            <a:off x="2613150" y="1492375"/>
            <a:ext cx="7587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4" name="Google Shape;114;p13"/>
          <p:cNvSpPr txBox="1"/>
          <p:nvPr>
            <p:ph idx="4" type="title"/>
          </p:nvPr>
        </p:nvSpPr>
        <p:spPr>
          <a:xfrm>
            <a:off x="3747263" y="2478975"/>
            <a:ext cx="2619300" cy="762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5" name="Google Shape;115;p13"/>
          <p:cNvSpPr txBox="1"/>
          <p:nvPr>
            <p:ph idx="5" type="subTitle"/>
          </p:nvPr>
        </p:nvSpPr>
        <p:spPr>
          <a:xfrm>
            <a:off x="6452363" y="2478975"/>
            <a:ext cx="1982100" cy="76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 name="Google Shape;116;p13"/>
          <p:cNvSpPr txBox="1"/>
          <p:nvPr>
            <p:ph hasCustomPrompt="1" idx="6" type="title"/>
          </p:nvPr>
        </p:nvSpPr>
        <p:spPr>
          <a:xfrm>
            <a:off x="2617087" y="2636175"/>
            <a:ext cx="7587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7" name="Google Shape;117;p13"/>
          <p:cNvSpPr txBox="1"/>
          <p:nvPr>
            <p:ph idx="7" type="title"/>
          </p:nvPr>
        </p:nvSpPr>
        <p:spPr>
          <a:xfrm>
            <a:off x="3743325" y="3614975"/>
            <a:ext cx="2619300" cy="762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8" name="Google Shape;118;p13"/>
          <p:cNvSpPr txBox="1"/>
          <p:nvPr>
            <p:ph idx="8" type="subTitle"/>
          </p:nvPr>
        </p:nvSpPr>
        <p:spPr>
          <a:xfrm>
            <a:off x="6448425" y="3614975"/>
            <a:ext cx="1982100" cy="76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9" name="Google Shape;119;p13"/>
          <p:cNvSpPr txBox="1"/>
          <p:nvPr>
            <p:ph hasCustomPrompt="1" idx="9" type="title"/>
          </p:nvPr>
        </p:nvSpPr>
        <p:spPr>
          <a:xfrm>
            <a:off x="2613150" y="3772175"/>
            <a:ext cx="7587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0" name="Google Shape;120;p13"/>
          <p:cNvSpPr/>
          <p:nvPr/>
        </p:nvSpPr>
        <p:spPr>
          <a:xfrm flipH="1" rot="-5400000">
            <a:off x="-1173750" y="1173675"/>
            <a:ext cx="3297300" cy="9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rot="5400000">
            <a:off x="-444000" y="3748575"/>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rot="10800000">
            <a:off x="-960625" y="3297321"/>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flipH="1">
            <a:off x="-960625" y="3297300"/>
            <a:ext cx="1922700" cy="1846500"/>
          </a:xfrm>
          <a:prstGeom prst="pie">
            <a:avLst>
              <a:gd fmla="val 10809857"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4" name="Google Shape;124;p13"/>
          <p:cNvPicPr preferRelativeResize="0"/>
          <p:nvPr/>
        </p:nvPicPr>
        <p:blipFill rotWithShape="1">
          <a:blip r:embed="rId2">
            <a:alphaModFix/>
          </a:blip>
          <a:srcRect b="10793" l="2042" r="72230" t="0"/>
          <a:stretch/>
        </p:blipFill>
        <p:spPr>
          <a:xfrm flipH="1">
            <a:off x="10975" y="-75"/>
            <a:ext cx="951000" cy="32973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3">
    <p:spTree>
      <p:nvGrpSpPr>
        <p:cNvPr id="125" name="Shape 125"/>
        <p:cNvGrpSpPr/>
        <p:nvPr/>
      </p:nvGrpSpPr>
      <p:grpSpPr>
        <a:xfrm>
          <a:off x="0" y="0"/>
          <a:ext cx="0" cy="0"/>
          <a:chOff x="0" y="0"/>
          <a:chExt cx="0" cy="0"/>
        </a:xfrm>
      </p:grpSpPr>
      <p:sp>
        <p:nvSpPr>
          <p:cNvPr id="126" name="Google Shape;126;p14"/>
          <p:cNvSpPr/>
          <p:nvPr/>
        </p:nvSpPr>
        <p:spPr>
          <a:xfrm>
            <a:off x="-1611225" y="2850"/>
            <a:ext cx="31854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1611225" y="3625650"/>
            <a:ext cx="35244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 name="Google Shape;128;p14"/>
          <p:cNvPicPr preferRelativeResize="0"/>
          <p:nvPr/>
        </p:nvPicPr>
        <p:blipFill rotWithShape="1">
          <a:blip r:embed="rId2">
            <a:alphaModFix/>
          </a:blip>
          <a:srcRect b="16254" l="0" r="26362" t="0"/>
          <a:stretch/>
        </p:blipFill>
        <p:spPr>
          <a:xfrm>
            <a:off x="-1611225" y="2850"/>
            <a:ext cx="3185475" cy="3622800"/>
          </a:xfrm>
          <a:prstGeom prst="rect">
            <a:avLst/>
          </a:prstGeom>
          <a:noFill/>
          <a:ln>
            <a:noFill/>
          </a:ln>
        </p:spPr>
      </p:pic>
      <p:sp>
        <p:nvSpPr>
          <p:cNvPr id="129" name="Google Shape;129;p14"/>
          <p:cNvSpPr/>
          <p:nvPr/>
        </p:nvSpPr>
        <p:spPr>
          <a:xfrm flipH="1">
            <a:off x="-1574253" y="3627371"/>
            <a:ext cx="3148500" cy="3023100"/>
          </a:xfrm>
          <a:prstGeom prst="pie">
            <a:avLst>
              <a:gd fmla="val 10809857"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txBox="1"/>
          <p:nvPr>
            <p:ph type="title"/>
          </p:nvPr>
        </p:nvSpPr>
        <p:spPr>
          <a:xfrm>
            <a:off x="2477250" y="880875"/>
            <a:ext cx="5716200" cy="1768500"/>
          </a:xfrm>
          <a:prstGeom prst="rect">
            <a:avLst/>
          </a:prstGeom>
          <a:ln>
            <a:noFill/>
          </a:ln>
        </p:spPr>
        <p:txBody>
          <a:bodyPr anchorCtr="0" anchor="ctr" bIns="91425" lIns="91425" spcFirstLastPara="1" rIns="91425" wrap="square" tIns="91425">
            <a:noAutofit/>
          </a:bodyPr>
          <a:lstStyle>
            <a:lvl1pPr lvl="0" rtl="0" algn="r">
              <a:spcBef>
                <a:spcPts val="0"/>
              </a:spcBef>
              <a:spcAft>
                <a:spcPts val="0"/>
              </a:spcAft>
              <a:buSzPts val="3600"/>
              <a:buNone/>
              <a:defRPr sz="55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131" name="Google Shape;131;p14"/>
          <p:cNvSpPr txBox="1"/>
          <p:nvPr>
            <p:ph hasCustomPrompt="1" idx="2" type="title"/>
          </p:nvPr>
        </p:nvSpPr>
        <p:spPr>
          <a:xfrm>
            <a:off x="2338000" y="3133500"/>
            <a:ext cx="1828800" cy="102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b="1" sz="7200">
                <a:solidFill>
                  <a:schemeClr val="lt1"/>
                </a:solidFill>
              </a:defRPr>
            </a:lvl1pPr>
            <a:lvl2pPr lvl="1" rtl="0" algn="r">
              <a:spcBef>
                <a:spcPts val="0"/>
              </a:spcBef>
              <a:spcAft>
                <a:spcPts val="0"/>
              </a:spcAft>
              <a:buSzPts val="6000"/>
              <a:buNone/>
              <a:defRPr sz="6000"/>
            </a:lvl2pPr>
            <a:lvl3pPr lvl="2" rtl="0" algn="r">
              <a:spcBef>
                <a:spcPts val="0"/>
              </a:spcBef>
              <a:spcAft>
                <a:spcPts val="0"/>
              </a:spcAft>
              <a:buSzPts val="6000"/>
              <a:buNone/>
              <a:defRPr sz="6000"/>
            </a:lvl3pPr>
            <a:lvl4pPr lvl="3" rtl="0" algn="r">
              <a:spcBef>
                <a:spcPts val="0"/>
              </a:spcBef>
              <a:spcAft>
                <a:spcPts val="0"/>
              </a:spcAft>
              <a:buSzPts val="6000"/>
              <a:buNone/>
              <a:defRPr sz="6000"/>
            </a:lvl4pPr>
            <a:lvl5pPr lvl="4" rtl="0" algn="r">
              <a:spcBef>
                <a:spcPts val="0"/>
              </a:spcBef>
              <a:spcAft>
                <a:spcPts val="0"/>
              </a:spcAft>
              <a:buSzPts val="6000"/>
              <a:buNone/>
              <a:defRPr sz="6000"/>
            </a:lvl5pPr>
            <a:lvl6pPr lvl="5" rtl="0" algn="r">
              <a:spcBef>
                <a:spcPts val="0"/>
              </a:spcBef>
              <a:spcAft>
                <a:spcPts val="0"/>
              </a:spcAft>
              <a:buSzPts val="6000"/>
              <a:buNone/>
              <a:defRPr sz="6000"/>
            </a:lvl6pPr>
            <a:lvl7pPr lvl="6" rtl="0" algn="r">
              <a:spcBef>
                <a:spcPts val="0"/>
              </a:spcBef>
              <a:spcAft>
                <a:spcPts val="0"/>
              </a:spcAft>
              <a:buSzPts val="6000"/>
              <a:buNone/>
              <a:defRPr sz="6000"/>
            </a:lvl7pPr>
            <a:lvl8pPr lvl="7" rtl="0" algn="r">
              <a:spcBef>
                <a:spcPts val="0"/>
              </a:spcBef>
              <a:spcAft>
                <a:spcPts val="0"/>
              </a:spcAft>
              <a:buSzPts val="6000"/>
              <a:buNone/>
              <a:defRPr sz="6000"/>
            </a:lvl8pPr>
            <a:lvl9pPr lvl="8" rtl="0" algn="r">
              <a:spcBef>
                <a:spcPts val="0"/>
              </a:spcBef>
              <a:spcAft>
                <a:spcPts val="0"/>
              </a:spcAft>
              <a:buSzPts val="6000"/>
              <a:buNone/>
              <a:defRPr sz="6000"/>
            </a:lvl9pPr>
          </a:lstStyle>
          <a:p>
            <a:r>
              <a:t>xx%</a:t>
            </a:r>
          </a:p>
        </p:txBody>
      </p:sp>
      <p:sp>
        <p:nvSpPr>
          <p:cNvPr id="132" name="Google Shape;132;p14"/>
          <p:cNvSpPr txBox="1"/>
          <p:nvPr>
            <p:ph idx="1" type="subTitle"/>
          </p:nvPr>
        </p:nvSpPr>
        <p:spPr>
          <a:xfrm>
            <a:off x="4944150" y="2723100"/>
            <a:ext cx="3249300" cy="500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3_1">
    <p:spTree>
      <p:nvGrpSpPr>
        <p:cNvPr id="133" name="Shape 133"/>
        <p:cNvGrpSpPr/>
        <p:nvPr/>
      </p:nvGrpSpPr>
      <p:grpSpPr>
        <a:xfrm>
          <a:off x="0" y="0"/>
          <a:ext cx="0" cy="0"/>
          <a:chOff x="0" y="0"/>
          <a:chExt cx="0" cy="0"/>
        </a:xfrm>
      </p:grpSpPr>
      <p:sp>
        <p:nvSpPr>
          <p:cNvPr id="134" name="Google Shape;134;p15"/>
          <p:cNvSpPr/>
          <p:nvPr/>
        </p:nvSpPr>
        <p:spPr>
          <a:xfrm>
            <a:off x="-1593250" y="1523925"/>
            <a:ext cx="31854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1611175" y="7800"/>
            <a:ext cx="31854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6" name="Google Shape;136;p15"/>
          <p:cNvPicPr preferRelativeResize="0"/>
          <p:nvPr/>
        </p:nvPicPr>
        <p:blipFill rotWithShape="1">
          <a:blip r:embed="rId2">
            <a:alphaModFix/>
          </a:blip>
          <a:srcRect b="16254" l="0" r="26362" t="0"/>
          <a:stretch/>
        </p:blipFill>
        <p:spPr>
          <a:xfrm>
            <a:off x="-1593250" y="1523925"/>
            <a:ext cx="3185400" cy="3622800"/>
          </a:xfrm>
          <a:prstGeom prst="rect">
            <a:avLst/>
          </a:prstGeom>
          <a:noFill/>
          <a:ln>
            <a:noFill/>
          </a:ln>
        </p:spPr>
      </p:pic>
      <p:sp>
        <p:nvSpPr>
          <p:cNvPr id="137" name="Google Shape;137;p15"/>
          <p:cNvSpPr/>
          <p:nvPr/>
        </p:nvSpPr>
        <p:spPr>
          <a:xfrm flipH="1">
            <a:off x="-1574203" y="9521"/>
            <a:ext cx="3148500" cy="30231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8430775" y="3297300"/>
            <a:ext cx="735300" cy="184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8430775" y="0"/>
            <a:ext cx="7353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 name="Google Shape;140;p15"/>
          <p:cNvPicPr preferRelativeResize="0"/>
          <p:nvPr/>
        </p:nvPicPr>
        <p:blipFill rotWithShape="1">
          <a:blip r:embed="rId3">
            <a:alphaModFix/>
          </a:blip>
          <a:srcRect b="0" l="0" r="77700" t="0"/>
          <a:stretch/>
        </p:blipFill>
        <p:spPr>
          <a:xfrm>
            <a:off x="8430777" y="-25"/>
            <a:ext cx="735299" cy="3297377"/>
          </a:xfrm>
          <a:prstGeom prst="rect">
            <a:avLst/>
          </a:prstGeom>
          <a:noFill/>
          <a:ln>
            <a:noFill/>
          </a:ln>
        </p:spPr>
      </p:pic>
      <p:sp>
        <p:nvSpPr>
          <p:cNvPr id="141" name="Google Shape;141;p15"/>
          <p:cNvSpPr txBox="1"/>
          <p:nvPr>
            <p:ph type="title"/>
          </p:nvPr>
        </p:nvSpPr>
        <p:spPr>
          <a:xfrm>
            <a:off x="1905000" y="2577525"/>
            <a:ext cx="6221100" cy="1515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600"/>
              <a:buNone/>
              <a:defRPr sz="5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2" name="Google Shape;142;p15"/>
          <p:cNvSpPr txBox="1"/>
          <p:nvPr>
            <p:ph hasCustomPrompt="1" idx="2" type="title"/>
          </p:nvPr>
        </p:nvSpPr>
        <p:spPr>
          <a:xfrm>
            <a:off x="6129750" y="896475"/>
            <a:ext cx="1828800" cy="102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b="1" sz="7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3" name="Google Shape;143;p15"/>
          <p:cNvSpPr txBox="1"/>
          <p:nvPr>
            <p:ph idx="1" type="subTitle"/>
          </p:nvPr>
        </p:nvSpPr>
        <p:spPr>
          <a:xfrm>
            <a:off x="1905010" y="4092525"/>
            <a:ext cx="4869600" cy="500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
    <p:spTree>
      <p:nvGrpSpPr>
        <p:cNvPr id="144" name="Shape 144"/>
        <p:cNvGrpSpPr/>
        <p:nvPr/>
      </p:nvGrpSpPr>
      <p:grpSpPr>
        <a:xfrm>
          <a:off x="0" y="0"/>
          <a:ext cx="0" cy="0"/>
          <a:chOff x="0" y="0"/>
          <a:chExt cx="0" cy="0"/>
        </a:xfrm>
      </p:grpSpPr>
      <p:grpSp>
        <p:nvGrpSpPr>
          <p:cNvPr id="145" name="Google Shape;145;p16"/>
          <p:cNvGrpSpPr/>
          <p:nvPr/>
        </p:nvGrpSpPr>
        <p:grpSpPr>
          <a:xfrm>
            <a:off x="7302684" y="8"/>
            <a:ext cx="1841334" cy="1849979"/>
            <a:chOff x="5911746" y="3297346"/>
            <a:chExt cx="1841334" cy="1849979"/>
          </a:xfrm>
        </p:grpSpPr>
        <p:grpSp>
          <p:nvGrpSpPr>
            <p:cNvPr id="146" name="Google Shape;146;p16"/>
            <p:cNvGrpSpPr/>
            <p:nvPr/>
          </p:nvGrpSpPr>
          <p:grpSpPr>
            <a:xfrm>
              <a:off x="5911746" y="3297346"/>
              <a:ext cx="1841334" cy="1846519"/>
              <a:chOff x="5522250" y="3622800"/>
              <a:chExt cx="1518000" cy="1522275"/>
            </a:xfrm>
          </p:grpSpPr>
          <p:sp>
            <p:nvSpPr>
              <p:cNvPr id="147" name="Google Shape;147;p16"/>
              <p:cNvSpPr/>
              <p:nvPr/>
            </p:nvSpPr>
            <p:spPr>
              <a:xfrm>
                <a:off x="5523000" y="3622800"/>
                <a:ext cx="1516500" cy="15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5522250" y="3627075"/>
                <a:ext cx="1518000" cy="15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9" name="Google Shape;149;p16"/>
            <p:cNvPicPr preferRelativeResize="0"/>
            <p:nvPr/>
          </p:nvPicPr>
          <p:blipFill rotWithShape="1">
            <a:blip r:embed="rId2">
              <a:alphaModFix/>
            </a:blip>
            <a:srcRect b="16254" l="17060" r="0" t="0"/>
            <a:stretch/>
          </p:blipFill>
          <p:spPr>
            <a:xfrm>
              <a:off x="5911751" y="3300800"/>
              <a:ext cx="1828750" cy="1846525"/>
            </a:xfrm>
            <a:prstGeom prst="rect">
              <a:avLst/>
            </a:prstGeom>
            <a:noFill/>
            <a:ln>
              <a:noFill/>
            </a:ln>
          </p:spPr>
        </p:pic>
      </p:grpSp>
      <p:sp>
        <p:nvSpPr>
          <p:cNvPr id="150" name="Google Shape;150;p16"/>
          <p:cNvSpPr/>
          <p:nvPr/>
        </p:nvSpPr>
        <p:spPr>
          <a:xfrm flipH="1" rot="-5400000">
            <a:off x="7550774" y="1605425"/>
            <a:ext cx="1345200" cy="18411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flipH="1">
            <a:off x="7705525" y="3194390"/>
            <a:ext cx="1438500" cy="19446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rot="5400000">
            <a:off x="6535473" y="3968917"/>
            <a:ext cx="1937100" cy="40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txBox="1"/>
          <p:nvPr>
            <p:ph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4" name="Google Shape;154;p16"/>
          <p:cNvSpPr/>
          <p:nvPr/>
        </p:nvSpPr>
        <p:spPr>
          <a:xfrm>
            <a:off x="0" y="3297150"/>
            <a:ext cx="504900" cy="184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0" y="-150"/>
            <a:ext cx="5049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16"/>
          <p:cNvPicPr preferRelativeResize="0"/>
          <p:nvPr/>
        </p:nvPicPr>
        <p:blipFill rotWithShape="1">
          <a:blip r:embed="rId3">
            <a:alphaModFix/>
          </a:blip>
          <a:srcRect b="0" l="23102" r="61819" t="0"/>
          <a:stretch/>
        </p:blipFill>
        <p:spPr>
          <a:xfrm>
            <a:off x="7650" y="-175"/>
            <a:ext cx="497172" cy="329737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
    <p:spTree>
      <p:nvGrpSpPr>
        <p:cNvPr id="157" name="Shape 157"/>
        <p:cNvGrpSpPr/>
        <p:nvPr/>
      </p:nvGrpSpPr>
      <p:grpSpPr>
        <a:xfrm>
          <a:off x="0" y="0"/>
          <a:ext cx="0" cy="0"/>
          <a:chOff x="0" y="0"/>
          <a:chExt cx="0" cy="0"/>
        </a:xfrm>
      </p:grpSpPr>
      <p:sp>
        <p:nvSpPr>
          <p:cNvPr id="158" name="Google Shape;158;p17"/>
          <p:cNvSpPr/>
          <p:nvPr/>
        </p:nvSpPr>
        <p:spPr>
          <a:xfrm flipH="1" rot="-5400000">
            <a:off x="-1291500" y="1291425"/>
            <a:ext cx="3297300" cy="714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p:nvPr/>
        </p:nvSpPr>
        <p:spPr>
          <a:xfrm rot="5400000">
            <a:off x="-567000" y="3871725"/>
            <a:ext cx="1839000" cy="7047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0" name="Google Shape;160;p17"/>
          <p:cNvPicPr preferRelativeResize="0"/>
          <p:nvPr/>
        </p:nvPicPr>
        <p:blipFill rotWithShape="1">
          <a:blip r:embed="rId2">
            <a:alphaModFix/>
          </a:blip>
          <a:srcRect b="10793" l="8771" r="72231" t="0"/>
          <a:stretch/>
        </p:blipFill>
        <p:spPr>
          <a:xfrm flipH="1">
            <a:off x="10975" y="-75"/>
            <a:ext cx="702250" cy="3297375"/>
          </a:xfrm>
          <a:prstGeom prst="rect">
            <a:avLst/>
          </a:prstGeom>
          <a:noFill/>
          <a:ln>
            <a:noFill/>
          </a:ln>
        </p:spPr>
      </p:pic>
      <p:sp>
        <p:nvSpPr>
          <p:cNvPr id="161" name="Google Shape;161;p17"/>
          <p:cNvSpPr txBox="1"/>
          <p:nvPr>
            <p:ph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2" name="Google Shape;162;p17"/>
          <p:cNvSpPr/>
          <p:nvPr/>
        </p:nvSpPr>
        <p:spPr>
          <a:xfrm>
            <a:off x="8430775" y="3297300"/>
            <a:ext cx="735300" cy="184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7"/>
          <p:cNvSpPr/>
          <p:nvPr/>
        </p:nvSpPr>
        <p:spPr>
          <a:xfrm>
            <a:off x="8430775" y="0"/>
            <a:ext cx="7353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17"/>
          <p:cNvPicPr preferRelativeResize="0"/>
          <p:nvPr/>
        </p:nvPicPr>
        <p:blipFill rotWithShape="1">
          <a:blip r:embed="rId3">
            <a:alphaModFix/>
          </a:blip>
          <a:srcRect b="0" l="0" r="77700" t="0"/>
          <a:stretch/>
        </p:blipFill>
        <p:spPr>
          <a:xfrm>
            <a:off x="8430777" y="-25"/>
            <a:ext cx="735299" cy="329737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6">
    <p:spTree>
      <p:nvGrpSpPr>
        <p:cNvPr id="165" name="Shape 165"/>
        <p:cNvGrpSpPr/>
        <p:nvPr/>
      </p:nvGrpSpPr>
      <p:grpSpPr>
        <a:xfrm>
          <a:off x="0" y="0"/>
          <a:ext cx="0" cy="0"/>
          <a:chOff x="0" y="0"/>
          <a:chExt cx="0" cy="0"/>
        </a:xfrm>
      </p:grpSpPr>
      <p:sp>
        <p:nvSpPr>
          <p:cNvPr id="166" name="Google Shape;166;p18"/>
          <p:cNvSpPr txBox="1"/>
          <p:nvPr>
            <p:ph idx="1" type="subTitle"/>
          </p:nvPr>
        </p:nvSpPr>
        <p:spPr>
          <a:xfrm>
            <a:off x="1974529" y="1302600"/>
            <a:ext cx="5224200" cy="2100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2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7" name="Google Shape;167;p18"/>
          <p:cNvSpPr txBox="1"/>
          <p:nvPr>
            <p:ph type="title"/>
          </p:nvPr>
        </p:nvSpPr>
        <p:spPr>
          <a:xfrm>
            <a:off x="1945274" y="3403500"/>
            <a:ext cx="4993800" cy="4374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None/>
              <a:defRPr sz="2400"/>
            </a:lvl1pPr>
            <a:lvl2pPr lvl="1" rtl="0" algn="r">
              <a:spcBef>
                <a:spcPts val="0"/>
              </a:spcBef>
              <a:spcAft>
                <a:spcPts val="0"/>
              </a:spcAft>
              <a:buNone/>
              <a:defRPr sz="2400"/>
            </a:lvl2pPr>
            <a:lvl3pPr lvl="2" rtl="0" algn="r">
              <a:spcBef>
                <a:spcPts val="0"/>
              </a:spcBef>
              <a:spcAft>
                <a:spcPts val="0"/>
              </a:spcAft>
              <a:buNone/>
              <a:defRPr sz="2400"/>
            </a:lvl3pPr>
            <a:lvl4pPr lvl="3" rtl="0" algn="r">
              <a:spcBef>
                <a:spcPts val="0"/>
              </a:spcBef>
              <a:spcAft>
                <a:spcPts val="0"/>
              </a:spcAft>
              <a:buNone/>
              <a:defRPr sz="2400"/>
            </a:lvl4pPr>
            <a:lvl5pPr lvl="4" rtl="0" algn="r">
              <a:spcBef>
                <a:spcPts val="0"/>
              </a:spcBef>
              <a:spcAft>
                <a:spcPts val="0"/>
              </a:spcAft>
              <a:buNone/>
              <a:defRPr sz="2400"/>
            </a:lvl5pPr>
            <a:lvl6pPr lvl="5" rtl="0" algn="r">
              <a:spcBef>
                <a:spcPts val="0"/>
              </a:spcBef>
              <a:spcAft>
                <a:spcPts val="0"/>
              </a:spcAft>
              <a:buNone/>
              <a:defRPr sz="2400"/>
            </a:lvl6pPr>
            <a:lvl7pPr lvl="6" rtl="0" algn="r">
              <a:spcBef>
                <a:spcPts val="0"/>
              </a:spcBef>
              <a:spcAft>
                <a:spcPts val="0"/>
              </a:spcAft>
              <a:buNone/>
              <a:defRPr sz="2400"/>
            </a:lvl7pPr>
            <a:lvl8pPr lvl="7" rtl="0" algn="r">
              <a:spcBef>
                <a:spcPts val="0"/>
              </a:spcBef>
              <a:spcAft>
                <a:spcPts val="0"/>
              </a:spcAft>
              <a:buNone/>
              <a:defRPr sz="2400"/>
            </a:lvl8pPr>
            <a:lvl9pPr lvl="8" rtl="0" algn="r">
              <a:spcBef>
                <a:spcPts val="0"/>
              </a:spcBef>
              <a:spcAft>
                <a:spcPts val="0"/>
              </a:spcAft>
              <a:buNone/>
              <a:defRPr sz="2400"/>
            </a:lvl9pPr>
          </a:lstStyle>
          <a:p/>
        </p:txBody>
      </p:sp>
      <p:sp>
        <p:nvSpPr>
          <p:cNvPr id="168" name="Google Shape;168;p18"/>
          <p:cNvSpPr/>
          <p:nvPr/>
        </p:nvSpPr>
        <p:spPr>
          <a:xfrm flipH="1" rot="-5400000">
            <a:off x="-810450" y="808550"/>
            <a:ext cx="2571900" cy="95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
          <p:cNvSpPr/>
          <p:nvPr/>
        </p:nvSpPr>
        <p:spPr>
          <a:xfrm>
            <a:off x="4000" y="3298900"/>
            <a:ext cx="7353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p:nvPr/>
        </p:nvSpPr>
        <p:spPr>
          <a:xfrm flipH="1" rot="-5400000">
            <a:off x="-76755" y="4115801"/>
            <a:ext cx="1839600" cy="20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8"/>
          <p:cNvSpPr/>
          <p:nvPr/>
        </p:nvSpPr>
        <p:spPr>
          <a:xfrm rot="5400000">
            <a:off x="108000" y="2462000"/>
            <a:ext cx="735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8"/>
          <p:cNvSpPr/>
          <p:nvPr/>
        </p:nvSpPr>
        <p:spPr>
          <a:xfrm rot="5400000">
            <a:off x="7019707" y="1173675"/>
            <a:ext cx="3297300" cy="9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8"/>
          <p:cNvSpPr/>
          <p:nvPr/>
        </p:nvSpPr>
        <p:spPr>
          <a:xfrm flipH="1" rot="-5400000">
            <a:off x="7748257" y="3748575"/>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8"/>
          <p:cNvSpPr/>
          <p:nvPr/>
        </p:nvSpPr>
        <p:spPr>
          <a:xfrm flipH="1" rot="10800000">
            <a:off x="8181182" y="3297321"/>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8"/>
          <p:cNvSpPr/>
          <p:nvPr/>
        </p:nvSpPr>
        <p:spPr>
          <a:xfrm>
            <a:off x="8181182" y="3297300"/>
            <a:ext cx="1922700" cy="1846500"/>
          </a:xfrm>
          <a:prstGeom prst="pie">
            <a:avLst>
              <a:gd fmla="val 10809857"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6" name="Google Shape;176;p18"/>
          <p:cNvPicPr preferRelativeResize="0"/>
          <p:nvPr/>
        </p:nvPicPr>
        <p:blipFill rotWithShape="1">
          <a:blip r:embed="rId2">
            <a:alphaModFix/>
          </a:blip>
          <a:srcRect b="10793" l="24710" r="49562" t="0"/>
          <a:stretch/>
        </p:blipFill>
        <p:spPr>
          <a:xfrm flipH="1">
            <a:off x="8190533" y="-75"/>
            <a:ext cx="951000" cy="32973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177" name="Shape 177"/>
        <p:cNvGrpSpPr/>
        <p:nvPr/>
      </p:nvGrpSpPr>
      <p:grpSpPr>
        <a:xfrm>
          <a:off x="0" y="0"/>
          <a:ext cx="0" cy="0"/>
          <a:chOff x="0" y="0"/>
          <a:chExt cx="0" cy="0"/>
        </a:xfrm>
      </p:grpSpPr>
      <p:sp>
        <p:nvSpPr>
          <p:cNvPr id="178" name="Google Shape;178;p19"/>
          <p:cNvSpPr/>
          <p:nvPr/>
        </p:nvSpPr>
        <p:spPr>
          <a:xfrm>
            <a:off x="7302398" y="1841625"/>
            <a:ext cx="2718000" cy="3297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9"/>
          <p:cNvPicPr preferRelativeResize="0"/>
          <p:nvPr/>
        </p:nvPicPr>
        <p:blipFill rotWithShape="1">
          <a:blip r:embed="rId2">
            <a:alphaModFix/>
          </a:blip>
          <a:srcRect b="0" l="0" r="30967" t="0"/>
          <a:stretch/>
        </p:blipFill>
        <p:spPr>
          <a:xfrm>
            <a:off x="7302398" y="1843275"/>
            <a:ext cx="2718000" cy="3295650"/>
          </a:xfrm>
          <a:prstGeom prst="rect">
            <a:avLst/>
          </a:prstGeom>
          <a:noFill/>
          <a:ln>
            <a:noFill/>
          </a:ln>
        </p:spPr>
      </p:pic>
      <p:sp>
        <p:nvSpPr>
          <p:cNvPr id="180" name="Google Shape;180;p19"/>
          <p:cNvSpPr/>
          <p:nvPr/>
        </p:nvSpPr>
        <p:spPr>
          <a:xfrm flipH="1">
            <a:off x="7907500" y="520475"/>
            <a:ext cx="2112900" cy="1318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rot="5400000">
            <a:off x="7075898" y="747730"/>
            <a:ext cx="1313700" cy="860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flipH="1" rot="-5400000">
            <a:off x="8397998" y="-1095600"/>
            <a:ext cx="524700" cy="27159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txBox="1"/>
          <p:nvPr>
            <p:ph idx="1" type="subTitle"/>
          </p:nvPr>
        </p:nvSpPr>
        <p:spPr>
          <a:xfrm>
            <a:off x="4305300" y="2305050"/>
            <a:ext cx="3001800" cy="1201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84" name="Google Shape;184;p19"/>
          <p:cNvSpPr txBox="1"/>
          <p:nvPr>
            <p:ph type="title"/>
          </p:nvPr>
        </p:nvSpPr>
        <p:spPr>
          <a:xfrm>
            <a:off x="7151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185" name="Shape 185"/>
        <p:cNvGrpSpPr/>
        <p:nvPr/>
      </p:nvGrpSpPr>
      <p:grpSpPr>
        <a:xfrm>
          <a:off x="0" y="0"/>
          <a:ext cx="0" cy="0"/>
          <a:chOff x="0" y="0"/>
          <a:chExt cx="0" cy="0"/>
        </a:xfrm>
      </p:grpSpPr>
      <p:sp>
        <p:nvSpPr>
          <p:cNvPr id="186" name="Google Shape;186;p20"/>
          <p:cNvSpPr txBox="1"/>
          <p:nvPr>
            <p:ph type="title"/>
          </p:nvPr>
        </p:nvSpPr>
        <p:spPr>
          <a:xfrm>
            <a:off x="1283650" y="1519275"/>
            <a:ext cx="2947800" cy="7533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7" name="Google Shape;187;p20"/>
          <p:cNvSpPr txBox="1"/>
          <p:nvPr>
            <p:ph idx="1" type="body"/>
          </p:nvPr>
        </p:nvSpPr>
        <p:spPr>
          <a:xfrm>
            <a:off x="1283650" y="2243025"/>
            <a:ext cx="2947800" cy="13812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Darker Grotesque SemiBold"/>
              <a:buChar char="●"/>
              <a:defRPr sz="1600"/>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
        <p:nvSpPr>
          <p:cNvPr id="188" name="Google Shape;188;p20"/>
          <p:cNvSpPr/>
          <p:nvPr/>
        </p:nvSpPr>
        <p:spPr>
          <a:xfrm rot="5400000">
            <a:off x="-1396822" y="3242925"/>
            <a:ext cx="3297300" cy="50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 name="Google Shape;189;p20"/>
          <p:cNvPicPr preferRelativeResize="0"/>
          <p:nvPr/>
        </p:nvPicPr>
        <p:blipFill rotWithShape="1">
          <a:blip r:embed="rId2">
            <a:alphaModFix/>
          </a:blip>
          <a:srcRect b="10793" l="12236" r="74291" t="0"/>
          <a:stretch/>
        </p:blipFill>
        <p:spPr>
          <a:xfrm flipH="1">
            <a:off x="8154" y="1846125"/>
            <a:ext cx="498000" cy="3297375"/>
          </a:xfrm>
          <a:prstGeom prst="rect">
            <a:avLst/>
          </a:prstGeom>
          <a:noFill/>
          <a:ln>
            <a:noFill/>
          </a:ln>
        </p:spPr>
      </p:pic>
      <p:sp>
        <p:nvSpPr>
          <p:cNvPr id="190" name="Google Shape;190;p20"/>
          <p:cNvSpPr/>
          <p:nvPr/>
        </p:nvSpPr>
        <p:spPr>
          <a:xfrm>
            <a:off x="0" y="0"/>
            <a:ext cx="4980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
          <p:cNvSpPr/>
          <p:nvPr/>
        </p:nvSpPr>
        <p:spPr>
          <a:xfrm>
            <a:off x="8430775" y="3297300"/>
            <a:ext cx="735300" cy="184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
          <p:cNvSpPr/>
          <p:nvPr/>
        </p:nvSpPr>
        <p:spPr>
          <a:xfrm>
            <a:off x="8430775" y="0"/>
            <a:ext cx="7353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 name="Google Shape;193;p20"/>
          <p:cNvPicPr preferRelativeResize="0"/>
          <p:nvPr/>
        </p:nvPicPr>
        <p:blipFill rotWithShape="1">
          <a:blip r:embed="rId3">
            <a:alphaModFix/>
          </a:blip>
          <a:srcRect b="0" l="0" r="77700" t="0"/>
          <a:stretch/>
        </p:blipFill>
        <p:spPr>
          <a:xfrm>
            <a:off x="8430777" y="-25"/>
            <a:ext cx="735299" cy="329737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8">
    <p:spTree>
      <p:nvGrpSpPr>
        <p:cNvPr id="194" name="Shape 194"/>
        <p:cNvGrpSpPr/>
        <p:nvPr/>
      </p:nvGrpSpPr>
      <p:grpSpPr>
        <a:xfrm>
          <a:off x="0" y="0"/>
          <a:ext cx="0" cy="0"/>
          <a:chOff x="0" y="0"/>
          <a:chExt cx="0" cy="0"/>
        </a:xfrm>
      </p:grpSpPr>
      <p:sp>
        <p:nvSpPr>
          <p:cNvPr id="195" name="Google Shape;195;p21"/>
          <p:cNvSpPr/>
          <p:nvPr/>
        </p:nvSpPr>
        <p:spPr>
          <a:xfrm>
            <a:off x="1913075" y="3617850"/>
            <a:ext cx="801600" cy="152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
          <p:cNvSpPr/>
          <p:nvPr/>
        </p:nvSpPr>
        <p:spPr>
          <a:xfrm>
            <a:off x="-1611225" y="2850"/>
            <a:ext cx="43260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p:nvPr/>
        </p:nvSpPr>
        <p:spPr>
          <a:xfrm>
            <a:off x="-1611225" y="3625650"/>
            <a:ext cx="35244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 name="Google Shape;198;p21"/>
          <p:cNvPicPr preferRelativeResize="0"/>
          <p:nvPr/>
        </p:nvPicPr>
        <p:blipFill rotWithShape="1">
          <a:blip r:embed="rId2">
            <a:alphaModFix/>
          </a:blip>
          <a:srcRect b="16254" l="0" r="0" t="0"/>
          <a:stretch/>
        </p:blipFill>
        <p:spPr>
          <a:xfrm>
            <a:off x="-1611225" y="2850"/>
            <a:ext cx="4326000" cy="3622800"/>
          </a:xfrm>
          <a:prstGeom prst="rect">
            <a:avLst/>
          </a:prstGeom>
          <a:noFill/>
          <a:ln>
            <a:noFill/>
          </a:ln>
        </p:spPr>
      </p:pic>
      <p:sp>
        <p:nvSpPr>
          <p:cNvPr id="199" name="Google Shape;199;p21"/>
          <p:cNvSpPr/>
          <p:nvPr/>
        </p:nvSpPr>
        <p:spPr>
          <a:xfrm flipH="1">
            <a:off x="-1574253" y="3627371"/>
            <a:ext cx="3148500" cy="30231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
          <p:cNvSpPr txBox="1"/>
          <p:nvPr>
            <p:ph idx="1" type="subTitle"/>
          </p:nvPr>
        </p:nvSpPr>
        <p:spPr>
          <a:xfrm>
            <a:off x="3105925" y="2363900"/>
            <a:ext cx="2947800" cy="12519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201" name="Google Shape;201;p21"/>
          <p:cNvSpPr txBox="1"/>
          <p:nvPr>
            <p:ph type="title"/>
          </p:nvPr>
        </p:nvSpPr>
        <p:spPr>
          <a:xfrm>
            <a:off x="3105950" y="1814900"/>
            <a:ext cx="2947800" cy="572700"/>
          </a:xfrm>
          <a:prstGeom prst="rect">
            <a:avLst/>
          </a:prstGeom>
          <a:ln>
            <a:noFill/>
          </a:ln>
        </p:spPr>
        <p:txBody>
          <a:bodyPr anchorCtr="0" anchor="ctr" bIns="91425" lIns="91425" spcFirstLastPara="1" rIns="91425" wrap="square" tIns="91425">
            <a:noAutofit/>
          </a:bodyPr>
          <a:lstStyle>
            <a:lvl1pPr lvl="0" rtl="0" algn="r">
              <a:spcBef>
                <a:spcPts val="0"/>
              </a:spcBef>
              <a:spcAft>
                <a:spcPts val="0"/>
              </a:spcAft>
              <a:buSzPts val="3600"/>
              <a:buNone/>
              <a:defRPr sz="3600"/>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9">
    <p:spTree>
      <p:nvGrpSpPr>
        <p:cNvPr id="202" name="Shape 202"/>
        <p:cNvGrpSpPr/>
        <p:nvPr/>
      </p:nvGrpSpPr>
      <p:grpSpPr>
        <a:xfrm>
          <a:off x="0" y="0"/>
          <a:ext cx="0" cy="0"/>
          <a:chOff x="0" y="0"/>
          <a:chExt cx="0" cy="0"/>
        </a:xfrm>
      </p:grpSpPr>
      <p:sp>
        <p:nvSpPr>
          <p:cNvPr id="203" name="Google Shape;203;p22"/>
          <p:cNvSpPr/>
          <p:nvPr/>
        </p:nvSpPr>
        <p:spPr>
          <a:xfrm>
            <a:off x="7532775" y="0"/>
            <a:ext cx="43260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2"/>
          <p:cNvSpPr/>
          <p:nvPr/>
        </p:nvSpPr>
        <p:spPr>
          <a:xfrm flipH="1" rot="-5400000">
            <a:off x="-234450" y="2806200"/>
            <a:ext cx="2571900" cy="2103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2"/>
          <p:cNvSpPr/>
          <p:nvPr/>
        </p:nvSpPr>
        <p:spPr>
          <a:xfrm flipH="1" rot="-5400000">
            <a:off x="525450" y="-525450"/>
            <a:ext cx="1052100" cy="2103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2"/>
          <p:cNvSpPr/>
          <p:nvPr/>
        </p:nvSpPr>
        <p:spPr>
          <a:xfrm flipH="1">
            <a:off x="459950" y="1048725"/>
            <a:ext cx="1643100" cy="15207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2"/>
          <p:cNvSpPr/>
          <p:nvPr/>
        </p:nvSpPr>
        <p:spPr>
          <a:xfrm rot="5400000">
            <a:off x="-527710" y="1581966"/>
            <a:ext cx="1515000" cy="4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
          <p:cNvSpPr/>
          <p:nvPr/>
        </p:nvSpPr>
        <p:spPr>
          <a:xfrm>
            <a:off x="7532775" y="3622800"/>
            <a:ext cx="43260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 name="Google Shape;209;p22"/>
          <p:cNvPicPr preferRelativeResize="0"/>
          <p:nvPr/>
        </p:nvPicPr>
        <p:blipFill rotWithShape="1">
          <a:blip r:embed="rId2">
            <a:alphaModFix/>
          </a:blip>
          <a:srcRect b="16254" l="0" r="0" t="0"/>
          <a:stretch/>
        </p:blipFill>
        <p:spPr>
          <a:xfrm>
            <a:off x="7532775" y="0"/>
            <a:ext cx="4326000" cy="3622800"/>
          </a:xfrm>
          <a:prstGeom prst="rect">
            <a:avLst/>
          </a:prstGeom>
          <a:noFill/>
          <a:ln>
            <a:noFill/>
          </a:ln>
        </p:spPr>
      </p:pic>
      <p:pic>
        <p:nvPicPr>
          <p:cNvPr id="210" name="Google Shape;210;p22"/>
          <p:cNvPicPr preferRelativeResize="0"/>
          <p:nvPr/>
        </p:nvPicPr>
        <p:blipFill rotWithShape="1">
          <a:blip r:embed="rId3">
            <a:alphaModFix/>
          </a:blip>
          <a:srcRect b="0" l="0" r="0" t="0"/>
          <a:stretch/>
        </p:blipFill>
        <p:spPr>
          <a:xfrm>
            <a:off x="-468831" y="2571744"/>
            <a:ext cx="2571899" cy="2571899"/>
          </a:xfrm>
          <a:prstGeom prst="rect">
            <a:avLst/>
          </a:prstGeom>
          <a:noFill/>
          <a:ln>
            <a:noFill/>
          </a:ln>
        </p:spPr>
      </p:pic>
      <p:sp>
        <p:nvSpPr>
          <p:cNvPr id="211" name="Google Shape;211;p22"/>
          <p:cNvSpPr/>
          <p:nvPr/>
        </p:nvSpPr>
        <p:spPr>
          <a:xfrm>
            <a:off x="7531322" y="3627371"/>
            <a:ext cx="3148500" cy="3023100"/>
          </a:xfrm>
          <a:prstGeom prst="pie">
            <a:avLst>
              <a:gd fmla="val 1080985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
          <p:cNvSpPr txBox="1"/>
          <p:nvPr>
            <p:ph type="title"/>
          </p:nvPr>
        </p:nvSpPr>
        <p:spPr>
          <a:xfrm>
            <a:off x="2616813" y="1323976"/>
            <a:ext cx="4402200" cy="12645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600"/>
              <a:buNone/>
              <a:defRPr sz="10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3" name="Google Shape;213;p22"/>
          <p:cNvSpPr txBox="1"/>
          <p:nvPr>
            <p:ph idx="1" type="subTitle"/>
          </p:nvPr>
        </p:nvSpPr>
        <p:spPr>
          <a:xfrm>
            <a:off x="2979025" y="2728188"/>
            <a:ext cx="3704100" cy="102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7">
    <p:spTree>
      <p:nvGrpSpPr>
        <p:cNvPr id="214" name="Shape 214"/>
        <p:cNvGrpSpPr/>
        <p:nvPr/>
      </p:nvGrpSpPr>
      <p:grpSpPr>
        <a:xfrm>
          <a:off x="0" y="0"/>
          <a:ext cx="0" cy="0"/>
          <a:chOff x="0" y="0"/>
          <a:chExt cx="0" cy="0"/>
        </a:xfrm>
      </p:grpSpPr>
      <p:sp>
        <p:nvSpPr>
          <p:cNvPr id="215" name="Google Shape;215;p23"/>
          <p:cNvSpPr/>
          <p:nvPr/>
        </p:nvSpPr>
        <p:spPr>
          <a:xfrm>
            <a:off x="8193725" y="1846500"/>
            <a:ext cx="951000" cy="329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 name="Google Shape;216;p23"/>
          <p:cNvPicPr preferRelativeResize="0"/>
          <p:nvPr/>
        </p:nvPicPr>
        <p:blipFill rotWithShape="1">
          <a:blip r:embed="rId2">
            <a:alphaModFix/>
          </a:blip>
          <a:srcRect b="16254" l="0" r="75845" t="0"/>
          <a:stretch/>
        </p:blipFill>
        <p:spPr>
          <a:xfrm>
            <a:off x="8193725" y="1846500"/>
            <a:ext cx="951000" cy="3297125"/>
          </a:xfrm>
          <a:prstGeom prst="rect">
            <a:avLst/>
          </a:prstGeom>
          <a:noFill/>
          <a:ln>
            <a:noFill/>
          </a:ln>
        </p:spPr>
      </p:pic>
      <p:grpSp>
        <p:nvGrpSpPr>
          <p:cNvPr id="217" name="Google Shape;217;p23"/>
          <p:cNvGrpSpPr/>
          <p:nvPr/>
        </p:nvGrpSpPr>
        <p:grpSpPr>
          <a:xfrm>
            <a:off x="-2067006" y="2571669"/>
            <a:ext cx="2571899" cy="2571906"/>
            <a:chOff x="-2067006" y="2571669"/>
            <a:chExt cx="2571899" cy="2571906"/>
          </a:xfrm>
        </p:grpSpPr>
        <p:sp>
          <p:nvSpPr>
            <p:cNvPr id="218" name="Google Shape;218;p23"/>
            <p:cNvSpPr/>
            <p:nvPr/>
          </p:nvSpPr>
          <p:spPr>
            <a:xfrm flipH="1" rot="-5400000">
              <a:off x="-1832625" y="2806125"/>
              <a:ext cx="2571900" cy="210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9" name="Google Shape;219;p23"/>
            <p:cNvPicPr preferRelativeResize="0"/>
            <p:nvPr/>
          </p:nvPicPr>
          <p:blipFill rotWithShape="1">
            <a:blip r:embed="rId3">
              <a:alphaModFix/>
            </a:blip>
            <a:srcRect b="0" l="0" r="0" t="0"/>
            <a:stretch/>
          </p:blipFill>
          <p:spPr>
            <a:xfrm>
              <a:off x="-2067006" y="2571669"/>
              <a:ext cx="2571899" cy="2571899"/>
            </a:xfrm>
            <a:prstGeom prst="rect">
              <a:avLst/>
            </a:prstGeom>
            <a:noFill/>
            <a:ln>
              <a:noFill/>
            </a:ln>
          </p:spPr>
        </p:pic>
      </p:grpSp>
      <p:sp>
        <p:nvSpPr>
          <p:cNvPr id="220" name="Google Shape;220;p23"/>
          <p:cNvSpPr/>
          <p:nvPr/>
        </p:nvSpPr>
        <p:spPr>
          <a:xfrm flipH="1">
            <a:off x="-1138225" y="-2550"/>
            <a:ext cx="1643100" cy="25719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
          <p:cNvSpPr/>
          <p:nvPr/>
        </p:nvSpPr>
        <p:spPr>
          <a:xfrm flipH="1">
            <a:off x="8189450" y="0"/>
            <a:ext cx="9510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3"/>
          <p:cNvSpPr txBox="1"/>
          <p:nvPr>
            <p:ph idx="1" type="subTitle"/>
          </p:nvPr>
        </p:nvSpPr>
        <p:spPr>
          <a:xfrm>
            <a:off x="2141675" y="2927575"/>
            <a:ext cx="3020700" cy="10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800">
                <a:latin typeface="Russo One"/>
                <a:ea typeface="Russo One"/>
                <a:cs typeface="Russo One"/>
                <a:sym typeface="Russo One"/>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223" name="Google Shape;223;p23"/>
          <p:cNvSpPr txBox="1"/>
          <p:nvPr>
            <p:ph idx="2" type="subTitle"/>
          </p:nvPr>
        </p:nvSpPr>
        <p:spPr>
          <a:xfrm>
            <a:off x="2141675" y="1539450"/>
            <a:ext cx="3020700" cy="10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800">
                <a:latin typeface="Russo One"/>
                <a:ea typeface="Russo One"/>
                <a:cs typeface="Russo One"/>
                <a:sym typeface="Russo One"/>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224" name="Google Shape;224;p23"/>
          <p:cNvSpPr txBox="1"/>
          <p:nvPr>
            <p:ph idx="3" type="subTitle"/>
          </p:nvPr>
        </p:nvSpPr>
        <p:spPr>
          <a:xfrm>
            <a:off x="5162375" y="2927575"/>
            <a:ext cx="2907600" cy="10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5" name="Google Shape;225;p23"/>
          <p:cNvSpPr txBox="1"/>
          <p:nvPr>
            <p:ph idx="4" type="subTitle"/>
          </p:nvPr>
        </p:nvSpPr>
        <p:spPr>
          <a:xfrm>
            <a:off x="5162375" y="1539450"/>
            <a:ext cx="2907600" cy="10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6" name="Google Shape;226;p23"/>
          <p:cNvSpPr txBox="1"/>
          <p:nvPr>
            <p:ph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0">
    <p:spTree>
      <p:nvGrpSpPr>
        <p:cNvPr id="227" name="Shape 227"/>
        <p:cNvGrpSpPr/>
        <p:nvPr/>
      </p:nvGrpSpPr>
      <p:grpSpPr>
        <a:xfrm>
          <a:off x="0" y="0"/>
          <a:ext cx="0" cy="0"/>
          <a:chOff x="0" y="0"/>
          <a:chExt cx="0" cy="0"/>
        </a:xfrm>
      </p:grpSpPr>
      <p:sp>
        <p:nvSpPr>
          <p:cNvPr id="228" name="Google Shape;228;p24"/>
          <p:cNvSpPr/>
          <p:nvPr/>
        </p:nvSpPr>
        <p:spPr>
          <a:xfrm>
            <a:off x="-2731375" y="-1850"/>
            <a:ext cx="3232200" cy="329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 name="Google Shape;229;p24"/>
          <p:cNvPicPr preferRelativeResize="0"/>
          <p:nvPr/>
        </p:nvPicPr>
        <p:blipFill rotWithShape="1">
          <a:blip r:embed="rId2">
            <a:alphaModFix/>
          </a:blip>
          <a:srcRect b="16254" l="13562" r="4342" t="0"/>
          <a:stretch/>
        </p:blipFill>
        <p:spPr>
          <a:xfrm>
            <a:off x="-2731375" y="-1850"/>
            <a:ext cx="3232250" cy="3297125"/>
          </a:xfrm>
          <a:prstGeom prst="rect">
            <a:avLst/>
          </a:prstGeom>
          <a:noFill/>
          <a:ln>
            <a:noFill/>
          </a:ln>
        </p:spPr>
      </p:pic>
      <p:sp>
        <p:nvSpPr>
          <p:cNvPr id="230" name="Google Shape;230;p24"/>
          <p:cNvSpPr/>
          <p:nvPr/>
        </p:nvSpPr>
        <p:spPr>
          <a:xfrm>
            <a:off x="-890050" y="3298825"/>
            <a:ext cx="13950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4"/>
          <p:cNvSpPr/>
          <p:nvPr/>
        </p:nvSpPr>
        <p:spPr>
          <a:xfrm>
            <a:off x="7532775" y="3622800"/>
            <a:ext cx="43260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
          <p:cNvSpPr/>
          <p:nvPr/>
        </p:nvSpPr>
        <p:spPr>
          <a:xfrm>
            <a:off x="7531322" y="3627371"/>
            <a:ext cx="3148500" cy="3023100"/>
          </a:xfrm>
          <a:prstGeom prst="pie">
            <a:avLst>
              <a:gd fmla="val 10809857"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4"/>
          <p:cNvSpPr/>
          <p:nvPr/>
        </p:nvSpPr>
        <p:spPr>
          <a:xfrm>
            <a:off x="7532775" y="0"/>
            <a:ext cx="43260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rotWithShape="1">
          <a:blip r:embed="rId2">
            <a:alphaModFix/>
          </a:blip>
          <a:srcRect b="16254" l="0" r="0" t="0"/>
          <a:stretch/>
        </p:blipFill>
        <p:spPr>
          <a:xfrm>
            <a:off x="7532775" y="0"/>
            <a:ext cx="4326000" cy="3622800"/>
          </a:xfrm>
          <a:prstGeom prst="rect">
            <a:avLst/>
          </a:prstGeom>
          <a:noFill/>
          <a:ln>
            <a:noFill/>
          </a:ln>
        </p:spPr>
      </p:pic>
      <p:sp>
        <p:nvSpPr>
          <p:cNvPr id="235" name="Google Shape;235;p24"/>
          <p:cNvSpPr txBox="1"/>
          <p:nvPr>
            <p:ph idx="1" type="subTitle"/>
          </p:nvPr>
        </p:nvSpPr>
        <p:spPr>
          <a:xfrm>
            <a:off x="4448993" y="3341225"/>
            <a:ext cx="26280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800">
                <a:latin typeface="Russo One"/>
                <a:ea typeface="Russo One"/>
                <a:cs typeface="Russo One"/>
                <a:sym typeface="Russo One"/>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236" name="Google Shape;236;p24"/>
          <p:cNvSpPr txBox="1"/>
          <p:nvPr>
            <p:ph idx="2" type="subTitle"/>
          </p:nvPr>
        </p:nvSpPr>
        <p:spPr>
          <a:xfrm>
            <a:off x="1319875" y="3341238"/>
            <a:ext cx="26280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800">
                <a:latin typeface="Russo One"/>
                <a:ea typeface="Russo One"/>
                <a:cs typeface="Russo One"/>
                <a:sym typeface="Russo One"/>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237" name="Google Shape;237;p24"/>
          <p:cNvSpPr txBox="1"/>
          <p:nvPr>
            <p:ph idx="3" type="subTitle"/>
          </p:nvPr>
        </p:nvSpPr>
        <p:spPr>
          <a:xfrm>
            <a:off x="4448993" y="3802842"/>
            <a:ext cx="2628000" cy="638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8" name="Google Shape;238;p24"/>
          <p:cNvSpPr txBox="1"/>
          <p:nvPr>
            <p:ph idx="4" type="subTitle"/>
          </p:nvPr>
        </p:nvSpPr>
        <p:spPr>
          <a:xfrm>
            <a:off x="1319875" y="3802854"/>
            <a:ext cx="2628000" cy="638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 name="Google Shape;239;p24"/>
          <p:cNvSpPr txBox="1"/>
          <p:nvPr>
            <p:ph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1">
    <p:spTree>
      <p:nvGrpSpPr>
        <p:cNvPr id="240" name="Shape 240"/>
        <p:cNvGrpSpPr/>
        <p:nvPr/>
      </p:nvGrpSpPr>
      <p:grpSpPr>
        <a:xfrm>
          <a:off x="0" y="0"/>
          <a:ext cx="0" cy="0"/>
          <a:chOff x="0" y="0"/>
          <a:chExt cx="0" cy="0"/>
        </a:xfrm>
      </p:grpSpPr>
      <p:sp>
        <p:nvSpPr>
          <p:cNvPr id="241" name="Google Shape;241;p25"/>
          <p:cNvSpPr/>
          <p:nvPr/>
        </p:nvSpPr>
        <p:spPr>
          <a:xfrm rot="5400000">
            <a:off x="7019707" y="1173675"/>
            <a:ext cx="3297300" cy="9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flipH="1" rot="-5400000">
            <a:off x="7748257" y="3748575"/>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flipH="1" rot="10800000">
            <a:off x="8181182" y="3297321"/>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a:off x="8181182" y="3297300"/>
            <a:ext cx="1922700" cy="1846500"/>
          </a:xfrm>
          <a:prstGeom prst="pie">
            <a:avLst>
              <a:gd fmla="val 10809857"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5" name="Google Shape;245;p25"/>
          <p:cNvPicPr preferRelativeResize="0"/>
          <p:nvPr/>
        </p:nvPicPr>
        <p:blipFill rotWithShape="1">
          <a:blip r:embed="rId2">
            <a:alphaModFix/>
          </a:blip>
          <a:srcRect b="10793" l="24710" r="49562" t="0"/>
          <a:stretch/>
        </p:blipFill>
        <p:spPr>
          <a:xfrm flipH="1">
            <a:off x="8190533" y="-75"/>
            <a:ext cx="951000" cy="3297375"/>
          </a:xfrm>
          <a:prstGeom prst="rect">
            <a:avLst/>
          </a:prstGeom>
          <a:noFill/>
          <a:ln>
            <a:noFill/>
          </a:ln>
        </p:spPr>
      </p:pic>
      <p:sp>
        <p:nvSpPr>
          <p:cNvPr id="246" name="Google Shape;246;p25"/>
          <p:cNvSpPr txBox="1"/>
          <p:nvPr>
            <p:ph type="title"/>
          </p:nvPr>
        </p:nvSpPr>
        <p:spPr>
          <a:xfrm>
            <a:off x="811896" y="445025"/>
            <a:ext cx="72678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7" name="Google Shape;247;p25"/>
          <p:cNvSpPr txBox="1"/>
          <p:nvPr>
            <p:ph idx="1" type="body"/>
          </p:nvPr>
        </p:nvSpPr>
        <p:spPr>
          <a:xfrm>
            <a:off x="811900" y="1017725"/>
            <a:ext cx="3626700" cy="3570300"/>
          </a:xfrm>
          <a:prstGeom prst="rect">
            <a:avLst/>
          </a:prstGeom>
        </p:spPr>
        <p:txBody>
          <a:bodyPr anchorCtr="0" anchor="t" bIns="91425" lIns="91425" spcFirstLastPara="1" rIns="91425" wrap="square" tIns="91425">
            <a:noAutofit/>
          </a:bodyPr>
          <a:lstStyle>
            <a:lvl1pPr indent="-298450" lvl="0" marL="457200" rtl="0">
              <a:lnSpc>
                <a:spcPct val="115000"/>
              </a:lnSpc>
              <a:spcBef>
                <a:spcPts val="0"/>
              </a:spcBef>
              <a:spcAft>
                <a:spcPts val="0"/>
              </a:spcAft>
              <a:buSzPts val="1100"/>
              <a:buChar char="●"/>
              <a:defRPr sz="1100"/>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sp>
        <p:nvSpPr>
          <p:cNvPr id="248" name="Google Shape;248;p25"/>
          <p:cNvSpPr txBox="1"/>
          <p:nvPr>
            <p:ph idx="2" type="body"/>
          </p:nvPr>
        </p:nvSpPr>
        <p:spPr>
          <a:xfrm>
            <a:off x="4438600" y="1017725"/>
            <a:ext cx="3626700" cy="3570300"/>
          </a:xfrm>
          <a:prstGeom prst="rect">
            <a:avLst/>
          </a:prstGeom>
        </p:spPr>
        <p:txBody>
          <a:bodyPr anchorCtr="0" anchor="t" bIns="91425" lIns="91425" spcFirstLastPara="1" rIns="91425" wrap="square" tIns="91425">
            <a:noAutofit/>
          </a:bodyPr>
          <a:lstStyle>
            <a:lvl1pPr indent="-298450" lvl="0" marL="457200" rtl="0">
              <a:lnSpc>
                <a:spcPct val="115000"/>
              </a:lnSpc>
              <a:spcBef>
                <a:spcPts val="0"/>
              </a:spcBef>
              <a:spcAft>
                <a:spcPts val="0"/>
              </a:spcAft>
              <a:buSzPts val="1100"/>
              <a:buChar char="●"/>
              <a:defRPr sz="1100"/>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49" name="Shape 249"/>
        <p:cNvGrpSpPr/>
        <p:nvPr/>
      </p:nvGrpSpPr>
      <p:grpSpPr>
        <a:xfrm>
          <a:off x="0" y="0"/>
          <a:ext cx="0" cy="0"/>
          <a:chOff x="0" y="0"/>
          <a:chExt cx="0" cy="0"/>
        </a:xfrm>
      </p:grpSpPr>
      <p:sp>
        <p:nvSpPr>
          <p:cNvPr id="250" name="Google Shape;250;p26"/>
          <p:cNvSpPr/>
          <p:nvPr/>
        </p:nvSpPr>
        <p:spPr>
          <a:xfrm flipH="1" rot="-5400000">
            <a:off x="7997857" y="3742563"/>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p:nvPr/>
        </p:nvSpPr>
        <p:spPr>
          <a:xfrm flipH="1" rot="10800000">
            <a:off x="8430782" y="3291308"/>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6"/>
          <p:cNvSpPr/>
          <p:nvPr/>
        </p:nvSpPr>
        <p:spPr>
          <a:xfrm>
            <a:off x="8430782" y="3291288"/>
            <a:ext cx="1922700" cy="1846500"/>
          </a:xfrm>
          <a:prstGeom prst="pie">
            <a:avLst>
              <a:gd fmla="val 10809857"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6"/>
          <p:cNvSpPr/>
          <p:nvPr/>
        </p:nvSpPr>
        <p:spPr>
          <a:xfrm>
            <a:off x="-685425" y="-62"/>
            <a:ext cx="13908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6"/>
          <p:cNvSpPr/>
          <p:nvPr/>
        </p:nvSpPr>
        <p:spPr>
          <a:xfrm>
            <a:off x="-2526750" y="1846438"/>
            <a:ext cx="3232200" cy="329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5" name="Google Shape;255;p26"/>
          <p:cNvPicPr preferRelativeResize="0"/>
          <p:nvPr/>
        </p:nvPicPr>
        <p:blipFill rotWithShape="1">
          <a:blip r:embed="rId2">
            <a:alphaModFix/>
          </a:blip>
          <a:srcRect b="16254" l="17436" r="467" t="0"/>
          <a:stretch/>
        </p:blipFill>
        <p:spPr>
          <a:xfrm>
            <a:off x="-2526750" y="1846438"/>
            <a:ext cx="3232250" cy="3297125"/>
          </a:xfrm>
          <a:prstGeom prst="rect">
            <a:avLst/>
          </a:prstGeom>
          <a:noFill/>
          <a:ln>
            <a:noFill/>
          </a:ln>
        </p:spPr>
      </p:pic>
      <p:sp>
        <p:nvSpPr>
          <p:cNvPr id="256" name="Google Shape;256;p26"/>
          <p:cNvSpPr/>
          <p:nvPr/>
        </p:nvSpPr>
        <p:spPr>
          <a:xfrm>
            <a:off x="8430775" y="0"/>
            <a:ext cx="7353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7" name="Google Shape;257;p26"/>
          <p:cNvPicPr preferRelativeResize="0"/>
          <p:nvPr/>
        </p:nvPicPr>
        <p:blipFill rotWithShape="1">
          <a:blip r:embed="rId3">
            <a:alphaModFix/>
          </a:blip>
          <a:srcRect b="0" l="0" r="77700" t="0"/>
          <a:stretch/>
        </p:blipFill>
        <p:spPr>
          <a:xfrm>
            <a:off x="8430777" y="-25"/>
            <a:ext cx="735299" cy="3297377"/>
          </a:xfrm>
          <a:prstGeom prst="rect">
            <a:avLst/>
          </a:prstGeom>
          <a:noFill/>
          <a:ln>
            <a:noFill/>
          </a:ln>
        </p:spPr>
      </p:pic>
      <p:sp>
        <p:nvSpPr>
          <p:cNvPr id="258" name="Google Shape;258;p26"/>
          <p:cNvSpPr txBox="1"/>
          <p:nvPr>
            <p:ph type="title"/>
          </p:nvPr>
        </p:nvSpPr>
        <p:spPr>
          <a:xfrm>
            <a:off x="857975" y="2579031"/>
            <a:ext cx="2490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59" name="Google Shape;259;p26"/>
          <p:cNvSpPr txBox="1"/>
          <p:nvPr>
            <p:ph idx="1" type="subTitle"/>
          </p:nvPr>
        </p:nvSpPr>
        <p:spPr>
          <a:xfrm>
            <a:off x="857975" y="3106725"/>
            <a:ext cx="2490000" cy="91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0" name="Google Shape;260;p26"/>
          <p:cNvSpPr txBox="1"/>
          <p:nvPr>
            <p:ph idx="2" type="title"/>
          </p:nvPr>
        </p:nvSpPr>
        <p:spPr>
          <a:xfrm>
            <a:off x="3399375" y="2579031"/>
            <a:ext cx="2490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1" name="Google Shape;261;p26"/>
          <p:cNvSpPr txBox="1"/>
          <p:nvPr>
            <p:ph idx="3" type="subTitle"/>
          </p:nvPr>
        </p:nvSpPr>
        <p:spPr>
          <a:xfrm>
            <a:off x="3399376" y="3106725"/>
            <a:ext cx="2490000" cy="91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2" name="Google Shape;262;p26"/>
          <p:cNvSpPr txBox="1"/>
          <p:nvPr>
            <p:ph idx="4" type="title"/>
          </p:nvPr>
        </p:nvSpPr>
        <p:spPr>
          <a:xfrm>
            <a:off x="5940774" y="2579031"/>
            <a:ext cx="24900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3" name="Google Shape;263;p26"/>
          <p:cNvSpPr txBox="1"/>
          <p:nvPr>
            <p:ph idx="5" type="subTitle"/>
          </p:nvPr>
        </p:nvSpPr>
        <p:spPr>
          <a:xfrm>
            <a:off x="5940775" y="3106725"/>
            <a:ext cx="2490000" cy="91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4" name="Google Shape;264;p26"/>
          <p:cNvSpPr txBox="1"/>
          <p:nvPr>
            <p:ph idx="6"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
    <p:spTree>
      <p:nvGrpSpPr>
        <p:cNvPr id="265" name="Shape 265"/>
        <p:cNvGrpSpPr/>
        <p:nvPr/>
      </p:nvGrpSpPr>
      <p:grpSpPr>
        <a:xfrm>
          <a:off x="0" y="0"/>
          <a:ext cx="0" cy="0"/>
          <a:chOff x="0" y="0"/>
          <a:chExt cx="0" cy="0"/>
        </a:xfrm>
      </p:grpSpPr>
      <p:sp>
        <p:nvSpPr>
          <p:cNvPr id="266" name="Google Shape;266;p27"/>
          <p:cNvSpPr/>
          <p:nvPr/>
        </p:nvSpPr>
        <p:spPr>
          <a:xfrm>
            <a:off x="7532775" y="0"/>
            <a:ext cx="43260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a:off x="7532775" y="3622800"/>
            <a:ext cx="43260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8" name="Google Shape;268;p27"/>
          <p:cNvPicPr preferRelativeResize="0"/>
          <p:nvPr/>
        </p:nvPicPr>
        <p:blipFill rotWithShape="1">
          <a:blip r:embed="rId2">
            <a:alphaModFix/>
          </a:blip>
          <a:srcRect b="16254" l="0" r="0" t="0"/>
          <a:stretch/>
        </p:blipFill>
        <p:spPr>
          <a:xfrm>
            <a:off x="7532775" y="0"/>
            <a:ext cx="4326000" cy="3622800"/>
          </a:xfrm>
          <a:prstGeom prst="rect">
            <a:avLst/>
          </a:prstGeom>
          <a:noFill/>
          <a:ln>
            <a:noFill/>
          </a:ln>
        </p:spPr>
      </p:pic>
      <p:sp>
        <p:nvSpPr>
          <p:cNvPr id="269" name="Google Shape;269;p27"/>
          <p:cNvSpPr/>
          <p:nvPr/>
        </p:nvSpPr>
        <p:spPr>
          <a:xfrm>
            <a:off x="7531322" y="3627371"/>
            <a:ext cx="3148500" cy="3023100"/>
          </a:xfrm>
          <a:prstGeom prst="pie">
            <a:avLst>
              <a:gd fmla="val 1080985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txBox="1"/>
          <p:nvPr>
            <p:ph idx="1" type="subTitle"/>
          </p:nvPr>
        </p:nvSpPr>
        <p:spPr>
          <a:xfrm>
            <a:off x="1694300" y="1268175"/>
            <a:ext cx="5450700" cy="37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Yanone Kaffeesatz"/>
              <a:buNone/>
              <a:defRPr sz="2800">
                <a:latin typeface="Russo One"/>
                <a:ea typeface="Russo One"/>
                <a:cs typeface="Russo One"/>
                <a:sym typeface="Russo One"/>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1600"/>
              </a:spcBef>
              <a:spcAft>
                <a:spcPts val="1600"/>
              </a:spcAft>
              <a:buSzPts val="1800"/>
              <a:buFont typeface="Yanone Kaffeesatz"/>
              <a:buNone/>
              <a:defRPr sz="1800">
                <a:latin typeface="Yanone Kaffeesatz"/>
                <a:ea typeface="Yanone Kaffeesatz"/>
                <a:cs typeface="Yanone Kaffeesatz"/>
                <a:sym typeface="Yanone Kaffeesatz"/>
              </a:defRPr>
            </a:lvl9pPr>
          </a:lstStyle>
          <a:p/>
        </p:txBody>
      </p:sp>
      <p:sp>
        <p:nvSpPr>
          <p:cNvPr id="271" name="Google Shape;271;p27"/>
          <p:cNvSpPr txBox="1"/>
          <p:nvPr>
            <p:ph idx="2" type="subTitle"/>
          </p:nvPr>
        </p:nvSpPr>
        <p:spPr>
          <a:xfrm>
            <a:off x="1694300" y="2478962"/>
            <a:ext cx="5450700" cy="37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Yanone Kaffeesatz"/>
              <a:buNone/>
              <a:defRPr sz="2800">
                <a:latin typeface="Russo One"/>
                <a:ea typeface="Russo One"/>
                <a:cs typeface="Russo One"/>
                <a:sym typeface="Russo One"/>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1600"/>
              </a:spcBef>
              <a:spcAft>
                <a:spcPts val="1600"/>
              </a:spcAft>
              <a:buSzPts val="1800"/>
              <a:buFont typeface="Yanone Kaffeesatz"/>
              <a:buNone/>
              <a:defRPr sz="1800">
                <a:latin typeface="Yanone Kaffeesatz"/>
                <a:ea typeface="Yanone Kaffeesatz"/>
                <a:cs typeface="Yanone Kaffeesatz"/>
                <a:sym typeface="Yanone Kaffeesatz"/>
              </a:defRPr>
            </a:lvl9pPr>
          </a:lstStyle>
          <a:p/>
        </p:txBody>
      </p:sp>
      <p:sp>
        <p:nvSpPr>
          <p:cNvPr id="272" name="Google Shape;272;p27"/>
          <p:cNvSpPr txBox="1"/>
          <p:nvPr>
            <p:ph idx="3" type="subTitle"/>
          </p:nvPr>
        </p:nvSpPr>
        <p:spPr>
          <a:xfrm>
            <a:off x="1694300" y="3683129"/>
            <a:ext cx="5450700" cy="37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Yanone Kaffeesatz"/>
              <a:buNone/>
              <a:defRPr sz="2800">
                <a:latin typeface="Russo One"/>
                <a:ea typeface="Russo One"/>
                <a:cs typeface="Russo One"/>
                <a:sym typeface="Russo One"/>
              </a:defRPr>
            </a:lvl1pPr>
            <a:lvl2pPr lvl="1" rtl="0" algn="ctr">
              <a:spcBef>
                <a:spcPts val="0"/>
              </a:spcBef>
              <a:spcAft>
                <a:spcPts val="0"/>
              </a:spcAft>
              <a:buSzPts val="1800"/>
              <a:buFont typeface="Yanone Kaffeesatz"/>
              <a:buNone/>
              <a:defRPr sz="1800">
                <a:latin typeface="Yanone Kaffeesatz"/>
                <a:ea typeface="Yanone Kaffeesatz"/>
                <a:cs typeface="Yanone Kaffeesatz"/>
                <a:sym typeface="Yanone Kaffeesatz"/>
              </a:defRPr>
            </a:lvl2pPr>
            <a:lvl3pPr lvl="2"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3pPr>
            <a:lvl4pPr lvl="3"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4pPr>
            <a:lvl5pPr lvl="4"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5pPr>
            <a:lvl6pPr lvl="5"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6pPr>
            <a:lvl7pPr lvl="6"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7pPr>
            <a:lvl8pPr lvl="7" rtl="0" algn="ctr">
              <a:spcBef>
                <a:spcPts val="1600"/>
              </a:spcBef>
              <a:spcAft>
                <a:spcPts val="0"/>
              </a:spcAft>
              <a:buSzPts val="1800"/>
              <a:buFont typeface="Yanone Kaffeesatz"/>
              <a:buNone/>
              <a:defRPr sz="1800">
                <a:latin typeface="Yanone Kaffeesatz"/>
                <a:ea typeface="Yanone Kaffeesatz"/>
                <a:cs typeface="Yanone Kaffeesatz"/>
                <a:sym typeface="Yanone Kaffeesatz"/>
              </a:defRPr>
            </a:lvl8pPr>
            <a:lvl9pPr lvl="8" rtl="0" algn="ctr">
              <a:spcBef>
                <a:spcPts val="1600"/>
              </a:spcBef>
              <a:spcAft>
                <a:spcPts val="1600"/>
              </a:spcAft>
              <a:buSzPts val="1800"/>
              <a:buFont typeface="Yanone Kaffeesatz"/>
              <a:buNone/>
              <a:defRPr sz="1800">
                <a:latin typeface="Yanone Kaffeesatz"/>
                <a:ea typeface="Yanone Kaffeesatz"/>
                <a:cs typeface="Yanone Kaffeesatz"/>
                <a:sym typeface="Yanone Kaffeesatz"/>
              </a:defRPr>
            </a:lvl9pPr>
          </a:lstStyle>
          <a:p/>
        </p:txBody>
      </p:sp>
      <p:sp>
        <p:nvSpPr>
          <p:cNvPr id="273" name="Google Shape;273;p27"/>
          <p:cNvSpPr txBox="1"/>
          <p:nvPr>
            <p:ph idx="4" type="subTitle"/>
          </p:nvPr>
        </p:nvSpPr>
        <p:spPr>
          <a:xfrm>
            <a:off x="1694300" y="1617947"/>
            <a:ext cx="5450700" cy="55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274" name="Google Shape;274;p27"/>
          <p:cNvSpPr txBox="1"/>
          <p:nvPr>
            <p:ph idx="5" type="subTitle"/>
          </p:nvPr>
        </p:nvSpPr>
        <p:spPr>
          <a:xfrm>
            <a:off x="1694300" y="2824602"/>
            <a:ext cx="5450700" cy="55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275" name="Google Shape;275;p27"/>
          <p:cNvSpPr txBox="1"/>
          <p:nvPr>
            <p:ph idx="6" type="subTitle"/>
          </p:nvPr>
        </p:nvSpPr>
        <p:spPr>
          <a:xfrm>
            <a:off x="1694300" y="4032300"/>
            <a:ext cx="5450700" cy="550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276" name="Google Shape;276;p27"/>
          <p:cNvSpPr txBox="1"/>
          <p:nvPr>
            <p:ph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77" name="Shape 277"/>
        <p:cNvGrpSpPr/>
        <p:nvPr/>
      </p:nvGrpSpPr>
      <p:grpSpPr>
        <a:xfrm>
          <a:off x="0" y="0"/>
          <a:ext cx="0" cy="0"/>
          <a:chOff x="0" y="0"/>
          <a:chExt cx="0" cy="0"/>
        </a:xfrm>
      </p:grpSpPr>
      <p:grpSp>
        <p:nvGrpSpPr>
          <p:cNvPr id="278" name="Google Shape;278;p28"/>
          <p:cNvGrpSpPr/>
          <p:nvPr/>
        </p:nvGrpSpPr>
        <p:grpSpPr>
          <a:xfrm>
            <a:off x="5911750" y="1847925"/>
            <a:ext cx="3232250" cy="3297125"/>
            <a:chOff x="5911750" y="1847925"/>
            <a:chExt cx="3232250" cy="3297125"/>
          </a:xfrm>
        </p:grpSpPr>
        <p:sp>
          <p:nvSpPr>
            <p:cNvPr id="279" name="Google Shape;279;p28"/>
            <p:cNvSpPr/>
            <p:nvPr/>
          </p:nvSpPr>
          <p:spPr>
            <a:xfrm>
              <a:off x="5911750" y="1847925"/>
              <a:ext cx="3232200" cy="329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0" name="Google Shape;280;p28"/>
            <p:cNvPicPr preferRelativeResize="0"/>
            <p:nvPr/>
          </p:nvPicPr>
          <p:blipFill rotWithShape="1">
            <a:blip r:embed="rId2">
              <a:alphaModFix/>
            </a:blip>
            <a:srcRect b="16254" l="0" r="17904" t="0"/>
            <a:stretch/>
          </p:blipFill>
          <p:spPr>
            <a:xfrm>
              <a:off x="5911750" y="1847925"/>
              <a:ext cx="3232250" cy="3297125"/>
            </a:xfrm>
            <a:prstGeom prst="rect">
              <a:avLst/>
            </a:prstGeom>
            <a:noFill/>
            <a:ln>
              <a:noFill/>
            </a:ln>
          </p:spPr>
        </p:pic>
      </p:grpSp>
      <p:sp>
        <p:nvSpPr>
          <p:cNvPr id="281" name="Google Shape;281;p28"/>
          <p:cNvSpPr/>
          <p:nvPr/>
        </p:nvSpPr>
        <p:spPr>
          <a:xfrm>
            <a:off x="7753075" y="1425"/>
            <a:ext cx="18414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28"/>
          <p:cNvGrpSpPr/>
          <p:nvPr/>
        </p:nvGrpSpPr>
        <p:grpSpPr>
          <a:xfrm>
            <a:off x="5911746" y="1696"/>
            <a:ext cx="1841334" cy="1849979"/>
            <a:chOff x="5911746" y="3297346"/>
            <a:chExt cx="1841334" cy="1849979"/>
          </a:xfrm>
        </p:grpSpPr>
        <p:grpSp>
          <p:nvGrpSpPr>
            <p:cNvPr id="283" name="Google Shape;283;p28"/>
            <p:cNvGrpSpPr/>
            <p:nvPr/>
          </p:nvGrpSpPr>
          <p:grpSpPr>
            <a:xfrm>
              <a:off x="5911746" y="3297346"/>
              <a:ext cx="1841334" cy="1846519"/>
              <a:chOff x="5522250" y="3622800"/>
              <a:chExt cx="1518000" cy="1522275"/>
            </a:xfrm>
          </p:grpSpPr>
          <p:sp>
            <p:nvSpPr>
              <p:cNvPr id="284" name="Google Shape;284;p28"/>
              <p:cNvSpPr/>
              <p:nvPr/>
            </p:nvSpPr>
            <p:spPr>
              <a:xfrm>
                <a:off x="5523000" y="3622800"/>
                <a:ext cx="1516500" cy="15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
              <p:cNvSpPr/>
              <p:nvPr/>
            </p:nvSpPr>
            <p:spPr>
              <a:xfrm>
                <a:off x="5522250" y="3627075"/>
                <a:ext cx="1518000" cy="15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86" name="Google Shape;286;p28"/>
            <p:cNvPicPr preferRelativeResize="0"/>
            <p:nvPr/>
          </p:nvPicPr>
          <p:blipFill rotWithShape="1">
            <a:blip r:embed="rId2">
              <a:alphaModFix/>
            </a:blip>
            <a:srcRect b="16254" l="17060" r="0" t="0"/>
            <a:stretch/>
          </p:blipFill>
          <p:spPr>
            <a:xfrm>
              <a:off x="5911751" y="3300800"/>
              <a:ext cx="1828750" cy="1846525"/>
            </a:xfrm>
            <a:prstGeom prst="rect">
              <a:avLst/>
            </a:prstGeom>
            <a:noFill/>
            <a:ln>
              <a:noFill/>
            </a:ln>
          </p:spPr>
        </p:pic>
      </p:grpSp>
      <p:sp>
        <p:nvSpPr>
          <p:cNvPr id="287" name="Google Shape;287;p28"/>
          <p:cNvSpPr txBox="1"/>
          <p:nvPr>
            <p:ph type="title"/>
          </p:nvPr>
        </p:nvSpPr>
        <p:spPr>
          <a:xfrm>
            <a:off x="710475" y="1282775"/>
            <a:ext cx="2483100" cy="8109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8" name="Google Shape;288;p28"/>
          <p:cNvSpPr txBox="1"/>
          <p:nvPr>
            <p:ph idx="1" type="subTitle"/>
          </p:nvPr>
        </p:nvSpPr>
        <p:spPr>
          <a:xfrm>
            <a:off x="710475" y="2152497"/>
            <a:ext cx="2483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9" name="Google Shape;289;p28"/>
          <p:cNvSpPr txBox="1"/>
          <p:nvPr>
            <p:ph idx="2" type="title"/>
          </p:nvPr>
        </p:nvSpPr>
        <p:spPr>
          <a:xfrm>
            <a:off x="3193649" y="1282775"/>
            <a:ext cx="2483100" cy="8109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0" name="Google Shape;290;p28"/>
          <p:cNvSpPr txBox="1"/>
          <p:nvPr>
            <p:ph idx="3" type="subTitle"/>
          </p:nvPr>
        </p:nvSpPr>
        <p:spPr>
          <a:xfrm>
            <a:off x="3193650" y="2152497"/>
            <a:ext cx="2483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28"/>
          <p:cNvSpPr txBox="1"/>
          <p:nvPr>
            <p:ph idx="4" type="title"/>
          </p:nvPr>
        </p:nvSpPr>
        <p:spPr>
          <a:xfrm>
            <a:off x="710475" y="3009900"/>
            <a:ext cx="2483100" cy="8109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2" name="Google Shape;292;p28"/>
          <p:cNvSpPr txBox="1"/>
          <p:nvPr>
            <p:ph idx="5" type="subTitle"/>
          </p:nvPr>
        </p:nvSpPr>
        <p:spPr>
          <a:xfrm>
            <a:off x="710475" y="3879700"/>
            <a:ext cx="2483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8"/>
          <p:cNvSpPr txBox="1"/>
          <p:nvPr>
            <p:ph idx="6" type="title"/>
          </p:nvPr>
        </p:nvSpPr>
        <p:spPr>
          <a:xfrm>
            <a:off x="3193649" y="3009900"/>
            <a:ext cx="2483100" cy="8109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4" name="Google Shape;294;p28"/>
          <p:cNvSpPr txBox="1"/>
          <p:nvPr>
            <p:ph idx="7" type="subTitle"/>
          </p:nvPr>
        </p:nvSpPr>
        <p:spPr>
          <a:xfrm>
            <a:off x="3193650" y="3879700"/>
            <a:ext cx="2483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8"/>
          <p:cNvSpPr txBox="1"/>
          <p:nvPr>
            <p:ph idx="8" type="title"/>
          </p:nvPr>
        </p:nvSpPr>
        <p:spPr>
          <a:xfrm>
            <a:off x="710475" y="445025"/>
            <a:ext cx="77109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3">
    <p:spTree>
      <p:nvGrpSpPr>
        <p:cNvPr id="296" name="Shape 296"/>
        <p:cNvGrpSpPr/>
        <p:nvPr/>
      </p:nvGrpSpPr>
      <p:grpSpPr>
        <a:xfrm>
          <a:off x="0" y="0"/>
          <a:ext cx="0" cy="0"/>
          <a:chOff x="0" y="0"/>
          <a:chExt cx="0" cy="0"/>
        </a:xfrm>
      </p:grpSpPr>
      <p:sp>
        <p:nvSpPr>
          <p:cNvPr id="297" name="Google Shape;297;p29"/>
          <p:cNvSpPr/>
          <p:nvPr/>
        </p:nvSpPr>
        <p:spPr>
          <a:xfrm>
            <a:off x="8430775" y="3297300"/>
            <a:ext cx="735300" cy="184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9"/>
          <p:cNvSpPr/>
          <p:nvPr/>
        </p:nvSpPr>
        <p:spPr>
          <a:xfrm>
            <a:off x="8430775" y="0"/>
            <a:ext cx="7353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9" name="Google Shape;299;p29"/>
          <p:cNvPicPr preferRelativeResize="0"/>
          <p:nvPr/>
        </p:nvPicPr>
        <p:blipFill rotWithShape="1">
          <a:blip r:embed="rId2">
            <a:alphaModFix/>
          </a:blip>
          <a:srcRect b="0" l="0" r="77700" t="0"/>
          <a:stretch/>
        </p:blipFill>
        <p:spPr>
          <a:xfrm>
            <a:off x="8430777" y="-25"/>
            <a:ext cx="735299" cy="3297377"/>
          </a:xfrm>
          <a:prstGeom prst="rect">
            <a:avLst/>
          </a:prstGeom>
          <a:noFill/>
          <a:ln>
            <a:noFill/>
          </a:ln>
        </p:spPr>
      </p:pic>
      <p:sp>
        <p:nvSpPr>
          <p:cNvPr id="300" name="Google Shape;300;p29"/>
          <p:cNvSpPr/>
          <p:nvPr/>
        </p:nvSpPr>
        <p:spPr>
          <a:xfrm>
            <a:off x="-231575" y="1846663"/>
            <a:ext cx="951000" cy="329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1" name="Google Shape;301;p29"/>
          <p:cNvPicPr preferRelativeResize="0"/>
          <p:nvPr/>
        </p:nvPicPr>
        <p:blipFill rotWithShape="1">
          <a:blip r:embed="rId3">
            <a:alphaModFix/>
          </a:blip>
          <a:srcRect b="16254" l="23216" r="52629" t="0"/>
          <a:stretch/>
        </p:blipFill>
        <p:spPr>
          <a:xfrm>
            <a:off x="-231575" y="1846663"/>
            <a:ext cx="951000" cy="3297125"/>
          </a:xfrm>
          <a:prstGeom prst="rect">
            <a:avLst/>
          </a:prstGeom>
          <a:noFill/>
          <a:ln>
            <a:noFill/>
          </a:ln>
        </p:spPr>
      </p:pic>
      <p:sp>
        <p:nvSpPr>
          <p:cNvPr id="302" name="Google Shape;302;p29"/>
          <p:cNvSpPr/>
          <p:nvPr/>
        </p:nvSpPr>
        <p:spPr>
          <a:xfrm flipH="1">
            <a:off x="-231575" y="-25"/>
            <a:ext cx="9510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9"/>
          <p:cNvSpPr txBox="1"/>
          <p:nvPr>
            <p:ph type="title"/>
          </p:nvPr>
        </p:nvSpPr>
        <p:spPr>
          <a:xfrm>
            <a:off x="4533482" y="2606850"/>
            <a:ext cx="17136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04" name="Google Shape;304;p29"/>
          <p:cNvSpPr txBox="1"/>
          <p:nvPr>
            <p:ph idx="1" type="subTitle"/>
          </p:nvPr>
        </p:nvSpPr>
        <p:spPr>
          <a:xfrm>
            <a:off x="4531606" y="3179496"/>
            <a:ext cx="1717500" cy="739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5" name="Google Shape;305;p29"/>
          <p:cNvSpPr txBox="1"/>
          <p:nvPr>
            <p:ph idx="2" type="title"/>
          </p:nvPr>
        </p:nvSpPr>
        <p:spPr>
          <a:xfrm>
            <a:off x="6245500" y="2606850"/>
            <a:ext cx="17175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06" name="Google Shape;306;p29"/>
          <p:cNvSpPr txBox="1"/>
          <p:nvPr>
            <p:ph idx="3" type="subTitle"/>
          </p:nvPr>
        </p:nvSpPr>
        <p:spPr>
          <a:xfrm>
            <a:off x="6245492" y="3179496"/>
            <a:ext cx="1717500" cy="739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7" name="Google Shape;307;p29"/>
          <p:cNvSpPr txBox="1"/>
          <p:nvPr>
            <p:ph idx="4" type="title"/>
          </p:nvPr>
        </p:nvSpPr>
        <p:spPr>
          <a:xfrm>
            <a:off x="1088750" y="2606850"/>
            <a:ext cx="17136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08" name="Google Shape;308;p29"/>
          <p:cNvSpPr txBox="1"/>
          <p:nvPr>
            <p:ph idx="5" type="subTitle"/>
          </p:nvPr>
        </p:nvSpPr>
        <p:spPr>
          <a:xfrm>
            <a:off x="1086875" y="3179500"/>
            <a:ext cx="1717500" cy="739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9" name="Google Shape;309;p29"/>
          <p:cNvSpPr txBox="1"/>
          <p:nvPr>
            <p:ph idx="6" type="title"/>
          </p:nvPr>
        </p:nvSpPr>
        <p:spPr>
          <a:xfrm>
            <a:off x="2819595" y="2606850"/>
            <a:ext cx="17136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10" name="Google Shape;310;p29"/>
          <p:cNvSpPr txBox="1"/>
          <p:nvPr>
            <p:ph idx="7" type="subTitle"/>
          </p:nvPr>
        </p:nvSpPr>
        <p:spPr>
          <a:xfrm>
            <a:off x="2817719" y="3179500"/>
            <a:ext cx="1717500" cy="739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1" name="Google Shape;311;p29"/>
          <p:cNvSpPr txBox="1"/>
          <p:nvPr>
            <p:ph idx="8" type="title"/>
          </p:nvPr>
        </p:nvSpPr>
        <p:spPr>
          <a:xfrm>
            <a:off x="720000" y="445025"/>
            <a:ext cx="77109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5">
    <p:spTree>
      <p:nvGrpSpPr>
        <p:cNvPr id="312" name="Shape 312"/>
        <p:cNvGrpSpPr/>
        <p:nvPr/>
      </p:nvGrpSpPr>
      <p:grpSpPr>
        <a:xfrm>
          <a:off x="0" y="0"/>
          <a:ext cx="0" cy="0"/>
          <a:chOff x="0" y="0"/>
          <a:chExt cx="0" cy="0"/>
        </a:xfrm>
      </p:grpSpPr>
      <p:sp>
        <p:nvSpPr>
          <p:cNvPr id="313" name="Google Shape;313;p30"/>
          <p:cNvSpPr/>
          <p:nvPr/>
        </p:nvSpPr>
        <p:spPr>
          <a:xfrm rot="5400000">
            <a:off x="7019707" y="1173675"/>
            <a:ext cx="3297300" cy="94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0"/>
          <p:cNvSpPr/>
          <p:nvPr/>
        </p:nvSpPr>
        <p:spPr>
          <a:xfrm flipH="1" rot="-5400000">
            <a:off x="7748257" y="3748575"/>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5" name="Google Shape;315;p30"/>
          <p:cNvPicPr preferRelativeResize="0"/>
          <p:nvPr/>
        </p:nvPicPr>
        <p:blipFill rotWithShape="1">
          <a:blip r:embed="rId2">
            <a:alphaModFix/>
          </a:blip>
          <a:srcRect b="10793" l="24710" r="49562" t="0"/>
          <a:stretch/>
        </p:blipFill>
        <p:spPr>
          <a:xfrm flipH="1">
            <a:off x="8190533" y="-75"/>
            <a:ext cx="951000" cy="3297375"/>
          </a:xfrm>
          <a:prstGeom prst="rect">
            <a:avLst/>
          </a:prstGeom>
          <a:noFill/>
          <a:ln>
            <a:noFill/>
          </a:ln>
        </p:spPr>
      </p:pic>
      <p:sp>
        <p:nvSpPr>
          <p:cNvPr id="316" name="Google Shape;316;p30"/>
          <p:cNvSpPr txBox="1"/>
          <p:nvPr>
            <p:ph type="title"/>
          </p:nvPr>
        </p:nvSpPr>
        <p:spPr>
          <a:xfrm>
            <a:off x="5151135" y="1120500"/>
            <a:ext cx="2735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17" name="Google Shape;317;p30"/>
          <p:cNvSpPr txBox="1"/>
          <p:nvPr>
            <p:ph idx="1" type="subTitle"/>
          </p:nvPr>
        </p:nvSpPr>
        <p:spPr>
          <a:xfrm>
            <a:off x="5151135" y="1630825"/>
            <a:ext cx="2735700" cy="285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8" name="Google Shape;318;p30"/>
          <p:cNvSpPr txBox="1"/>
          <p:nvPr>
            <p:ph idx="2" type="title"/>
          </p:nvPr>
        </p:nvSpPr>
        <p:spPr>
          <a:xfrm>
            <a:off x="5151130" y="2462150"/>
            <a:ext cx="2735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19" name="Google Shape;319;p30"/>
          <p:cNvSpPr txBox="1"/>
          <p:nvPr>
            <p:ph idx="3" type="subTitle"/>
          </p:nvPr>
        </p:nvSpPr>
        <p:spPr>
          <a:xfrm>
            <a:off x="5151130" y="2972475"/>
            <a:ext cx="2735700" cy="285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 name="Google Shape;320;p30"/>
          <p:cNvSpPr txBox="1"/>
          <p:nvPr>
            <p:ph idx="4" type="title"/>
          </p:nvPr>
        </p:nvSpPr>
        <p:spPr>
          <a:xfrm>
            <a:off x="709798" y="3117432"/>
            <a:ext cx="27357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21" name="Google Shape;321;p30"/>
          <p:cNvSpPr txBox="1"/>
          <p:nvPr>
            <p:ph idx="5" type="subTitle"/>
          </p:nvPr>
        </p:nvSpPr>
        <p:spPr>
          <a:xfrm>
            <a:off x="704850" y="3627750"/>
            <a:ext cx="2735700" cy="285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2" name="Google Shape;322;p30"/>
          <p:cNvSpPr txBox="1"/>
          <p:nvPr>
            <p:ph idx="6" type="title"/>
          </p:nvPr>
        </p:nvSpPr>
        <p:spPr>
          <a:xfrm>
            <a:off x="5151125" y="3803800"/>
            <a:ext cx="2735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23" name="Google Shape;323;p30"/>
          <p:cNvSpPr txBox="1"/>
          <p:nvPr>
            <p:ph idx="7" type="subTitle"/>
          </p:nvPr>
        </p:nvSpPr>
        <p:spPr>
          <a:xfrm>
            <a:off x="5151133" y="4314125"/>
            <a:ext cx="2735700" cy="285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4" name="Google Shape;324;p30"/>
          <p:cNvSpPr txBox="1"/>
          <p:nvPr>
            <p:ph idx="8" type="title"/>
          </p:nvPr>
        </p:nvSpPr>
        <p:spPr>
          <a:xfrm>
            <a:off x="712294" y="1803725"/>
            <a:ext cx="27357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25" name="Google Shape;325;p30"/>
          <p:cNvSpPr txBox="1"/>
          <p:nvPr>
            <p:ph idx="9" type="subTitle"/>
          </p:nvPr>
        </p:nvSpPr>
        <p:spPr>
          <a:xfrm>
            <a:off x="707351" y="2314043"/>
            <a:ext cx="2735700" cy="285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6" name="Google Shape;326;p30"/>
          <p:cNvSpPr txBox="1"/>
          <p:nvPr>
            <p:ph idx="13"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27" name="Shape 327"/>
        <p:cNvGrpSpPr/>
        <p:nvPr/>
      </p:nvGrpSpPr>
      <p:grpSpPr>
        <a:xfrm>
          <a:off x="0" y="0"/>
          <a:ext cx="0" cy="0"/>
          <a:chOff x="0" y="0"/>
          <a:chExt cx="0" cy="0"/>
        </a:xfrm>
      </p:grpSpPr>
      <p:sp>
        <p:nvSpPr>
          <p:cNvPr id="328" name="Google Shape;328;p31"/>
          <p:cNvSpPr/>
          <p:nvPr/>
        </p:nvSpPr>
        <p:spPr>
          <a:xfrm>
            <a:off x="-2213177" y="1843913"/>
            <a:ext cx="2718000" cy="3297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9" name="Google Shape;329;p31"/>
          <p:cNvPicPr preferRelativeResize="0"/>
          <p:nvPr/>
        </p:nvPicPr>
        <p:blipFill rotWithShape="1">
          <a:blip r:embed="rId2">
            <a:alphaModFix/>
          </a:blip>
          <a:srcRect b="0" l="0" r="30967" t="0"/>
          <a:stretch/>
        </p:blipFill>
        <p:spPr>
          <a:xfrm>
            <a:off x="-2213177" y="1845563"/>
            <a:ext cx="2718000" cy="3295650"/>
          </a:xfrm>
          <a:prstGeom prst="rect">
            <a:avLst/>
          </a:prstGeom>
          <a:noFill/>
          <a:ln>
            <a:noFill/>
          </a:ln>
        </p:spPr>
      </p:pic>
      <p:sp>
        <p:nvSpPr>
          <p:cNvPr id="330" name="Google Shape;330;p31"/>
          <p:cNvSpPr/>
          <p:nvPr/>
        </p:nvSpPr>
        <p:spPr>
          <a:xfrm flipH="1">
            <a:off x="-1608075" y="522763"/>
            <a:ext cx="2112900" cy="1318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1"/>
          <p:cNvSpPr/>
          <p:nvPr/>
        </p:nvSpPr>
        <p:spPr>
          <a:xfrm flipH="1" rot="-5400000">
            <a:off x="-1117577" y="-1093312"/>
            <a:ext cx="524700" cy="27159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1"/>
          <p:cNvSpPr txBox="1"/>
          <p:nvPr>
            <p:ph type="title"/>
          </p:nvPr>
        </p:nvSpPr>
        <p:spPr>
          <a:xfrm>
            <a:off x="1910603" y="1357050"/>
            <a:ext cx="2689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3" name="Google Shape;333;p31"/>
          <p:cNvSpPr txBox="1"/>
          <p:nvPr>
            <p:ph idx="1" type="subTitle"/>
          </p:nvPr>
        </p:nvSpPr>
        <p:spPr>
          <a:xfrm>
            <a:off x="1910603" y="1867375"/>
            <a:ext cx="2689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4" name="Google Shape;334;p31"/>
          <p:cNvSpPr txBox="1"/>
          <p:nvPr>
            <p:ph idx="2" type="title"/>
          </p:nvPr>
        </p:nvSpPr>
        <p:spPr>
          <a:xfrm>
            <a:off x="1910600" y="3614250"/>
            <a:ext cx="2689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5" name="Google Shape;335;p31"/>
          <p:cNvSpPr txBox="1"/>
          <p:nvPr>
            <p:ph idx="3" type="subTitle"/>
          </p:nvPr>
        </p:nvSpPr>
        <p:spPr>
          <a:xfrm>
            <a:off x="1910600" y="4124575"/>
            <a:ext cx="2689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6" name="Google Shape;336;p31"/>
          <p:cNvSpPr txBox="1"/>
          <p:nvPr>
            <p:ph idx="4" type="title"/>
          </p:nvPr>
        </p:nvSpPr>
        <p:spPr>
          <a:xfrm>
            <a:off x="1910603" y="2485650"/>
            <a:ext cx="2689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7" name="Google Shape;337;p31"/>
          <p:cNvSpPr txBox="1"/>
          <p:nvPr>
            <p:ph idx="5" type="subTitle"/>
          </p:nvPr>
        </p:nvSpPr>
        <p:spPr>
          <a:xfrm>
            <a:off x="1910603" y="2995975"/>
            <a:ext cx="2689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8" name="Google Shape;338;p31"/>
          <p:cNvSpPr txBox="1"/>
          <p:nvPr>
            <p:ph idx="6" type="title"/>
          </p:nvPr>
        </p:nvSpPr>
        <p:spPr>
          <a:xfrm>
            <a:off x="5753100" y="3614250"/>
            <a:ext cx="2689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9" name="Google Shape;339;p31"/>
          <p:cNvSpPr txBox="1"/>
          <p:nvPr>
            <p:ph idx="7" type="subTitle"/>
          </p:nvPr>
        </p:nvSpPr>
        <p:spPr>
          <a:xfrm>
            <a:off x="5753100" y="4124575"/>
            <a:ext cx="2689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0" name="Google Shape;340;p31"/>
          <p:cNvSpPr txBox="1"/>
          <p:nvPr>
            <p:ph idx="8" type="title"/>
          </p:nvPr>
        </p:nvSpPr>
        <p:spPr>
          <a:xfrm>
            <a:off x="5753105" y="1357050"/>
            <a:ext cx="2689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41" name="Google Shape;341;p31"/>
          <p:cNvSpPr txBox="1"/>
          <p:nvPr>
            <p:ph idx="9" type="subTitle"/>
          </p:nvPr>
        </p:nvSpPr>
        <p:spPr>
          <a:xfrm>
            <a:off x="5753105" y="1867375"/>
            <a:ext cx="2689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2" name="Google Shape;342;p31"/>
          <p:cNvSpPr txBox="1"/>
          <p:nvPr>
            <p:ph idx="13" type="title"/>
          </p:nvPr>
        </p:nvSpPr>
        <p:spPr>
          <a:xfrm>
            <a:off x="5753105" y="2485650"/>
            <a:ext cx="2689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43" name="Google Shape;343;p31"/>
          <p:cNvSpPr txBox="1"/>
          <p:nvPr>
            <p:ph idx="14" type="subTitle"/>
          </p:nvPr>
        </p:nvSpPr>
        <p:spPr>
          <a:xfrm>
            <a:off x="5753105" y="2995975"/>
            <a:ext cx="26898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4" name="Google Shape;344;p31"/>
          <p:cNvSpPr txBox="1"/>
          <p:nvPr>
            <p:ph idx="15"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45" name="Shape 345"/>
        <p:cNvGrpSpPr/>
        <p:nvPr/>
      </p:nvGrpSpPr>
      <p:grpSpPr>
        <a:xfrm>
          <a:off x="0" y="0"/>
          <a:ext cx="0" cy="0"/>
          <a:chOff x="0" y="0"/>
          <a:chExt cx="0" cy="0"/>
        </a:xfrm>
      </p:grpSpPr>
      <p:sp>
        <p:nvSpPr>
          <p:cNvPr id="346" name="Google Shape;346;p32"/>
          <p:cNvSpPr/>
          <p:nvPr/>
        </p:nvSpPr>
        <p:spPr>
          <a:xfrm rot="5400000">
            <a:off x="7019707" y="1173675"/>
            <a:ext cx="3297300" cy="949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 name="Google Shape;347;p32"/>
          <p:cNvPicPr preferRelativeResize="0"/>
          <p:nvPr/>
        </p:nvPicPr>
        <p:blipFill rotWithShape="1">
          <a:blip r:embed="rId2">
            <a:alphaModFix/>
          </a:blip>
          <a:srcRect b="10793" l="24710" r="49562" t="0"/>
          <a:stretch/>
        </p:blipFill>
        <p:spPr>
          <a:xfrm flipH="1">
            <a:off x="8190533" y="-75"/>
            <a:ext cx="951000" cy="3297375"/>
          </a:xfrm>
          <a:prstGeom prst="rect">
            <a:avLst/>
          </a:prstGeom>
          <a:noFill/>
          <a:ln>
            <a:noFill/>
          </a:ln>
        </p:spPr>
      </p:pic>
      <p:sp>
        <p:nvSpPr>
          <p:cNvPr id="348" name="Google Shape;348;p32"/>
          <p:cNvSpPr/>
          <p:nvPr/>
        </p:nvSpPr>
        <p:spPr>
          <a:xfrm flipH="1" rot="-5400000">
            <a:off x="7769157" y="3740138"/>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2"/>
          <p:cNvSpPr/>
          <p:nvPr/>
        </p:nvSpPr>
        <p:spPr>
          <a:xfrm flipH="1" rot="10800000">
            <a:off x="8202082" y="3288883"/>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2"/>
          <p:cNvSpPr/>
          <p:nvPr/>
        </p:nvSpPr>
        <p:spPr>
          <a:xfrm>
            <a:off x="8202082" y="3288863"/>
            <a:ext cx="1922700" cy="1846500"/>
          </a:xfrm>
          <a:prstGeom prst="pie">
            <a:avLst>
              <a:gd fmla="val 10809857"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2"/>
          <p:cNvSpPr txBox="1"/>
          <p:nvPr>
            <p:ph hasCustomPrompt="1" type="title"/>
          </p:nvPr>
        </p:nvSpPr>
        <p:spPr>
          <a:xfrm>
            <a:off x="710475" y="1219250"/>
            <a:ext cx="9945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2400"/>
              <a:buNone/>
              <a:defRPr sz="2800">
                <a:solidFill>
                  <a:schemeClr val="dk1"/>
                </a:solidFill>
              </a:defRPr>
            </a:lvl1pPr>
            <a:lvl2pPr lvl="1" rtl="0" algn="ctr">
              <a:spcBef>
                <a:spcPts val="0"/>
              </a:spcBef>
              <a:spcAft>
                <a:spcPts val="0"/>
              </a:spcAft>
              <a:buClr>
                <a:schemeClr val="dk2"/>
              </a:buClr>
              <a:buSzPts val="2400"/>
              <a:buNone/>
              <a:defRPr sz="2400">
                <a:solidFill>
                  <a:schemeClr val="dk2"/>
                </a:solidFill>
              </a:defRPr>
            </a:lvl2pPr>
            <a:lvl3pPr lvl="2" rtl="0" algn="ctr">
              <a:spcBef>
                <a:spcPts val="0"/>
              </a:spcBef>
              <a:spcAft>
                <a:spcPts val="0"/>
              </a:spcAft>
              <a:buClr>
                <a:schemeClr val="dk2"/>
              </a:buClr>
              <a:buSzPts val="2400"/>
              <a:buNone/>
              <a:defRPr sz="2400">
                <a:solidFill>
                  <a:schemeClr val="dk2"/>
                </a:solidFill>
              </a:defRPr>
            </a:lvl3pPr>
            <a:lvl4pPr lvl="3" rtl="0" algn="ctr">
              <a:spcBef>
                <a:spcPts val="0"/>
              </a:spcBef>
              <a:spcAft>
                <a:spcPts val="0"/>
              </a:spcAft>
              <a:buClr>
                <a:schemeClr val="dk2"/>
              </a:buClr>
              <a:buSzPts val="2400"/>
              <a:buNone/>
              <a:defRPr sz="2400">
                <a:solidFill>
                  <a:schemeClr val="dk2"/>
                </a:solidFill>
              </a:defRPr>
            </a:lvl4pPr>
            <a:lvl5pPr lvl="4" rtl="0" algn="ctr">
              <a:spcBef>
                <a:spcPts val="0"/>
              </a:spcBef>
              <a:spcAft>
                <a:spcPts val="0"/>
              </a:spcAft>
              <a:buClr>
                <a:schemeClr val="dk2"/>
              </a:buClr>
              <a:buSzPts val="2400"/>
              <a:buNone/>
              <a:defRPr sz="2400">
                <a:solidFill>
                  <a:schemeClr val="dk2"/>
                </a:solidFill>
              </a:defRPr>
            </a:lvl5pPr>
            <a:lvl6pPr lvl="5" rtl="0" algn="ctr">
              <a:spcBef>
                <a:spcPts val="0"/>
              </a:spcBef>
              <a:spcAft>
                <a:spcPts val="0"/>
              </a:spcAft>
              <a:buClr>
                <a:schemeClr val="dk2"/>
              </a:buClr>
              <a:buSzPts val="2400"/>
              <a:buNone/>
              <a:defRPr sz="2400">
                <a:solidFill>
                  <a:schemeClr val="dk2"/>
                </a:solidFill>
              </a:defRPr>
            </a:lvl6pPr>
            <a:lvl7pPr lvl="6" rtl="0" algn="ctr">
              <a:spcBef>
                <a:spcPts val="0"/>
              </a:spcBef>
              <a:spcAft>
                <a:spcPts val="0"/>
              </a:spcAft>
              <a:buClr>
                <a:schemeClr val="dk2"/>
              </a:buClr>
              <a:buSzPts val="2400"/>
              <a:buNone/>
              <a:defRPr sz="2400">
                <a:solidFill>
                  <a:schemeClr val="dk2"/>
                </a:solidFill>
              </a:defRPr>
            </a:lvl7pPr>
            <a:lvl8pPr lvl="7" rtl="0" algn="ctr">
              <a:spcBef>
                <a:spcPts val="0"/>
              </a:spcBef>
              <a:spcAft>
                <a:spcPts val="0"/>
              </a:spcAft>
              <a:buClr>
                <a:schemeClr val="dk2"/>
              </a:buClr>
              <a:buSzPts val="2400"/>
              <a:buNone/>
              <a:defRPr sz="2400">
                <a:solidFill>
                  <a:schemeClr val="dk2"/>
                </a:solidFill>
              </a:defRPr>
            </a:lvl8pPr>
            <a:lvl9pPr lvl="8" rtl="0" algn="ctr">
              <a:spcBef>
                <a:spcPts val="0"/>
              </a:spcBef>
              <a:spcAft>
                <a:spcPts val="0"/>
              </a:spcAft>
              <a:buClr>
                <a:schemeClr val="dk2"/>
              </a:buClr>
              <a:buSzPts val="2400"/>
              <a:buNone/>
              <a:defRPr sz="2400">
                <a:solidFill>
                  <a:schemeClr val="dk2"/>
                </a:solidFill>
              </a:defRPr>
            </a:lvl9pPr>
          </a:lstStyle>
          <a:p>
            <a:r>
              <a:t>xx%</a:t>
            </a:r>
          </a:p>
        </p:txBody>
      </p:sp>
      <p:sp>
        <p:nvSpPr>
          <p:cNvPr id="352" name="Google Shape;352;p32"/>
          <p:cNvSpPr txBox="1"/>
          <p:nvPr>
            <p:ph hasCustomPrompt="1" idx="2" type="title"/>
          </p:nvPr>
        </p:nvSpPr>
        <p:spPr>
          <a:xfrm>
            <a:off x="710475" y="3925777"/>
            <a:ext cx="9945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2400"/>
              <a:buNone/>
              <a:defRPr sz="2800">
                <a:solidFill>
                  <a:schemeClr val="dk1"/>
                </a:solidFill>
              </a:defRPr>
            </a:lvl1pPr>
            <a:lvl2pPr lvl="1" rtl="0" algn="ctr">
              <a:spcBef>
                <a:spcPts val="0"/>
              </a:spcBef>
              <a:spcAft>
                <a:spcPts val="0"/>
              </a:spcAft>
              <a:buClr>
                <a:schemeClr val="dk2"/>
              </a:buClr>
              <a:buSzPts val="2400"/>
              <a:buNone/>
              <a:defRPr sz="2400">
                <a:solidFill>
                  <a:schemeClr val="dk2"/>
                </a:solidFill>
              </a:defRPr>
            </a:lvl2pPr>
            <a:lvl3pPr lvl="2" rtl="0" algn="ctr">
              <a:spcBef>
                <a:spcPts val="0"/>
              </a:spcBef>
              <a:spcAft>
                <a:spcPts val="0"/>
              </a:spcAft>
              <a:buClr>
                <a:schemeClr val="dk2"/>
              </a:buClr>
              <a:buSzPts val="2400"/>
              <a:buNone/>
              <a:defRPr sz="2400">
                <a:solidFill>
                  <a:schemeClr val="dk2"/>
                </a:solidFill>
              </a:defRPr>
            </a:lvl3pPr>
            <a:lvl4pPr lvl="3" rtl="0" algn="ctr">
              <a:spcBef>
                <a:spcPts val="0"/>
              </a:spcBef>
              <a:spcAft>
                <a:spcPts val="0"/>
              </a:spcAft>
              <a:buClr>
                <a:schemeClr val="dk2"/>
              </a:buClr>
              <a:buSzPts val="2400"/>
              <a:buNone/>
              <a:defRPr sz="2400">
                <a:solidFill>
                  <a:schemeClr val="dk2"/>
                </a:solidFill>
              </a:defRPr>
            </a:lvl4pPr>
            <a:lvl5pPr lvl="4" rtl="0" algn="ctr">
              <a:spcBef>
                <a:spcPts val="0"/>
              </a:spcBef>
              <a:spcAft>
                <a:spcPts val="0"/>
              </a:spcAft>
              <a:buClr>
                <a:schemeClr val="dk2"/>
              </a:buClr>
              <a:buSzPts val="2400"/>
              <a:buNone/>
              <a:defRPr sz="2400">
                <a:solidFill>
                  <a:schemeClr val="dk2"/>
                </a:solidFill>
              </a:defRPr>
            </a:lvl5pPr>
            <a:lvl6pPr lvl="5" rtl="0" algn="ctr">
              <a:spcBef>
                <a:spcPts val="0"/>
              </a:spcBef>
              <a:spcAft>
                <a:spcPts val="0"/>
              </a:spcAft>
              <a:buClr>
                <a:schemeClr val="dk2"/>
              </a:buClr>
              <a:buSzPts val="2400"/>
              <a:buNone/>
              <a:defRPr sz="2400">
                <a:solidFill>
                  <a:schemeClr val="dk2"/>
                </a:solidFill>
              </a:defRPr>
            </a:lvl6pPr>
            <a:lvl7pPr lvl="6" rtl="0" algn="ctr">
              <a:spcBef>
                <a:spcPts val="0"/>
              </a:spcBef>
              <a:spcAft>
                <a:spcPts val="0"/>
              </a:spcAft>
              <a:buClr>
                <a:schemeClr val="dk2"/>
              </a:buClr>
              <a:buSzPts val="2400"/>
              <a:buNone/>
              <a:defRPr sz="2400">
                <a:solidFill>
                  <a:schemeClr val="dk2"/>
                </a:solidFill>
              </a:defRPr>
            </a:lvl7pPr>
            <a:lvl8pPr lvl="7" rtl="0" algn="ctr">
              <a:spcBef>
                <a:spcPts val="0"/>
              </a:spcBef>
              <a:spcAft>
                <a:spcPts val="0"/>
              </a:spcAft>
              <a:buClr>
                <a:schemeClr val="dk2"/>
              </a:buClr>
              <a:buSzPts val="2400"/>
              <a:buNone/>
              <a:defRPr sz="2400">
                <a:solidFill>
                  <a:schemeClr val="dk2"/>
                </a:solidFill>
              </a:defRPr>
            </a:lvl8pPr>
            <a:lvl9pPr lvl="8" rtl="0" algn="ctr">
              <a:spcBef>
                <a:spcPts val="0"/>
              </a:spcBef>
              <a:spcAft>
                <a:spcPts val="0"/>
              </a:spcAft>
              <a:buClr>
                <a:schemeClr val="dk2"/>
              </a:buClr>
              <a:buSzPts val="2400"/>
              <a:buNone/>
              <a:defRPr sz="2400">
                <a:solidFill>
                  <a:schemeClr val="dk2"/>
                </a:solidFill>
              </a:defRPr>
            </a:lvl9pPr>
          </a:lstStyle>
          <a:p>
            <a:r>
              <a:t>xx%</a:t>
            </a:r>
          </a:p>
        </p:txBody>
      </p:sp>
      <p:sp>
        <p:nvSpPr>
          <p:cNvPr id="353" name="Google Shape;353;p32"/>
          <p:cNvSpPr txBox="1"/>
          <p:nvPr>
            <p:ph idx="3"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4" name="Google Shape;354;p32"/>
          <p:cNvSpPr txBox="1"/>
          <p:nvPr>
            <p:ph idx="4" type="title"/>
          </p:nvPr>
        </p:nvSpPr>
        <p:spPr>
          <a:xfrm>
            <a:off x="4105275" y="1108775"/>
            <a:ext cx="4096800" cy="527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55" name="Google Shape;355;p32"/>
          <p:cNvSpPr txBox="1"/>
          <p:nvPr>
            <p:ph idx="1" type="subTitle"/>
          </p:nvPr>
        </p:nvSpPr>
        <p:spPr>
          <a:xfrm>
            <a:off x="4106530" y="1495274"/>
            <a:ext cx="4094400" cy="37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6" name="Google Shape;356;p32"/>
          <p:cNvSpPr txBox="1"/>
          <p:nvPr>
            <p:ph idx="5" type="title"/>
          </p:nvPr>
        </p:nvSpPr>
        <p:spPr>
          <a:xfrm>
            <a:off x="4105275" y="2016825"/>
            <a:ext cx="4096800" cy="527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57" name="Google Shape;357;p32"/>
          <p:cNvSpPr txBox="1"/>
          <p:nvPr>
            <p:ph idx="6" type="subTitle"/>
          </p:nvPr>
        </p:nvSpPr>
        <p:spPr>
          <a:xfrm>
            <a:off x="4106530" y="2403325"/>
            <a:ext cx="4094400" cy="37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8" name="Google Shape;358;p32"/>
          <p:cNvSpPr txBox="1"/>
          <p:nvPr>
            <p:ph idx="7" type="title"/>
          </p:nvPr>
        </p:nvSpPr>
        <p:spPr>
          <a:xfrm>
            <a:off x="4105275" y="2920450"/>
            <a:ext cx="4096800" cy="527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59" name="Google Shape;359;p32"/>
          <p:cNvSpPr txBox="1"/>
          <p:nvPr>
            <p:ph idx="8" type="subTitle"/>
          </p:nvPr>
        </p:nvSpPr>
        <p:spPr>
          <a:xfrm>
            <a:off x="4106530" y="3306949"/>
            <a:ext cx="4094400" cy="37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 name="Google Shape;360;p32"/>
          <p:cNvSpPr txBox="1"/>
          <p:nvPr>
            <p:ph idx="9" type="title"/>
          </p:nvPr>
        </p:nvSpPr>
        <p:spPr>
          <a:xfrm>
            <a:off x="4105275" y="3828500"/>
            <a:ext cx="4096800" cy="527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61" name="Google Shape;361;p32"/>
          <p:cNvSpPr txBox="1"/>
          <p:nvPr>
            <p:ph idx="13" type="subTitle"/>
          </p:nvPr>
        </p:nvSpPr>
        <p:spPr>
          <a:xfrm>
            <a:off x="4106530" y="4215000"/>
            <a:ext cx="4094400" cy="37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2" name="Google Shape;362;p32"/>
          <p:cNvSpPr txBox="1"/>
          <p:nvPr>
            <p:ph hasCustomPrompt="1" idx="14" type="title"/>
          </p:nvPr>
        </p:nvSpPr>
        <p:spPr>
          <a:xfrm>
            <a:off x="710475" y="2123722"/>
            <a:ext cx="9945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2400"/>
              <a:buNone/>
              <a:defRPr sz="2800">
                <a:solidFill>
                  <a:schemeClr val="dk1"/>
                </a:solidFill>
              </a:defRPr>
            </a:lvl1pPr>
            <a:lvl2pPr lvl="1" rtl="0" algn="ctr">
              <a:spcBef>
                <a:spcPts val="0"/>
              </a:spcBef>
              <a:spcAft>
                <a:spcPts val="0"/>
              </a:spcAft>
              <a:buClr>
                <a:schemeClr val="dk2"/>
              </a:buClr>
              <a:buSzPts val="2400"/>
              <a:buNone/>
              <a:defRPr sz="2400">
                <a:solidFill>
                  <a:schemeClr val="dk2"/>
                </a:solidFill>
              </a:defRPr>
            </a:lvl2pPr>
            <a:lvl3pPr lvl="2" rtl="0" algn="ctr">
              <a:spcBef>
                <a:spcPts val="0"/>
              </a:spcBef>
              <a:spcAft>
                <a:spcPts val="0"/>
              </a:spcAft>
              <a:buClr>
                <a:schemeClr val="dk2"/>
              </a:buClr>
              <a:buSzPts val="2400"/>
              <a:buNone/>
              <a:defRPr sz="2400">
                <a:solidFill>
                  <a:schemeClr val="dk2"/>
                </a:solidFill>
              </a:defRPr>
            </a:lvl3pPr>
            <a:lvl4pPr lvl="3" rtl="0" algn="ctr">
              <a:spcBef>
                <a:spcPts val="0"/>
              </a:spcBef>
              <a:spcAft>
                <a:spcPts val="0"/>
              </a:spcAft>
              <a:buClr>
                <a:schemeClr val="dk2"/>
              </a:buClr>
              <a:buSzPts val="2400"/>
              <a:buNone/>
              <a:defRPr sz="2400">
                <a:solidFill>
                  <a:schemeClr val="dk2"/>
                </a:solidFill>
              </a:defRPr>
            </a:lvl4pPr>
            <a:lvl5pPr lvl="4" rtl="0" algn="ctr">
              <a:spcBef>
                <a:spcPts val="0"/>
              </a:spcBef>
              <a:spcAft>
                <a:spcPts val="0"/>
              </a:spcAft>
              <a:buClr>
                <a:schemeClr val="dk2"/>
              </a:buClr>
              <a:buSzPts val="2400"/>
              <a:buNone/>
              <a:defRPr sz="2400">
                <a:solidFill>
                  <a:schemeClr val="dk2"/>
                </a:solidFill>
              </a:defRPr>
            </a:lvl5pPr>
            <a:lvl6pPr lvl="5" rtl="0" algn="ctr">
              <a:spcBef>
                <a:spcPts val="0"/>
              </a:spcBef>
              <a:spcAft>
                <a:spcPts val="0"/>
              </a:spcAft>
              <a:buClr>
                <a:schemeClr val="dk2"/>
              </a:buClr>
              <a:buSzPts val="2400"/>
              <a:buNone/>
              <a:defRPr sz="2400">
                <a:solidFill>
                  <a:schemeClr val="dk2"/>
                </a:solidFill>
              </a:defRPr>
            </a:lvl6pPr>
            <a:lvl7pPr lvl="6" rtl="0" algn="ctr">
              <a:spcBef>
                <a:spcPts val="0"/>
              </a:spcBef>
              <a:spcAft>
                <a:spcPts val="0"/>
              </a:spcAft>
              <a:buClr>
                <a:schemeClr val="dk2"/>
              </a:buClr>
              <a:buSzPts val="2400"/>
              <a:buNone/>
              <a:defRPr sz="2400">
                <a:solidFill>
                  <a:schemeClr val="dk2"/>
                </a:solidFill>
              </a:defRPr>
            </a:lvl7pPr>
            <a:lvl8pPr lvl="7" rtl="0" algn="ctr">
              <a:spcBef>
                <a:spcPts val="0"/>
              </a:spcBef>
              <a:spcAft>
                <a:spcPts val="0"/>
              </a:spcAft>
              <a:buClr>
                <a:schemeClr val="dk2"/>
              </a:buClr>
              <a:buSzPts val="2400"/>
              <a:buNone/>
              <a:defRPr sz="2400">
                <a:solidFill>
                  <a:schemeClr val="dk2"/>
                </a:solidFill>
              </a:defRPr>
            </a:lvl8pPr>
            <a:lvl9pPr lvl="8" rtl="0" algn="ctr">
              <a:spcBef>
                <a:spcPts val="0"/>
              </a:spcBef>
              <a:spcAft>
                <a:spcPts val="0"/>
              </a:spcAft>
              <a:buClr>
                <a:schemeClr val="dk2"/>
              </a:buClr>
              <a:buSzPts val="2400"/>
              <a:buNone/>
              <a:defRPr sz="2400">
                <a:solidFill>
                  <a:schemeClr val="dk2"/>
                </a:solidFill>
              </a:defRPr>
            </a:lvl9pPr>
          </a:lstStyle>
          <a:p>
            <a:r>
              <a:t>xx%</a:t>
            </a:r>
          </a:p>
        </p:txBody>
      </p:sp>
      <p:sp>
        <p:nvSpPr>
          <p:cNvPr id="363" name="Google Shape;363;p32"/>
          <p:cNvSpPr txBox="1"/>
          <p:nvPr>
            <p:ph hasCustomPrompt="1" idx="15" type="title"/>
          </p:nvPr>
        </p:nvSpPr>
        <p:spPr>
          <a:xfrm>
            <a:off x="710475" y="3028195"/>
            <a:ext cx="994500" cy="572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2400"/>
              <a:buNone/>
              <a:defRPr sz="2800">
                <a:solidFill>
                  <a:schemeClr val="dk1"/>
                </a:solidFill>
              </a:defRPr>
            </a:lvl1pPr>
            <a:lvl2pPr lvl="1" rtl="0" algn="ctr">
              <a:spcBef>
                <a:spcPts val="0"/>
              </a:spcBef>
              <a:spcAft>
                <a:spcPts val="0"/>
              </a:spcAft>
              <a:buClr>
                <a:schemeClr val="dk2"/>
              </a:buClr>
              <a:buSzPts val="2400"/>
              <a:buNone/>
              <a:defRPr sz="2400">
                <a:solidFill>
                  <a:schemeClr val="dk2"/>
                </a:solidFill>
              </a:defRPr>
            </a:lvl2pPr>
            <a:lvl3pPr lvl="2" rtl="0" algn="ctr">
              <a:spcBef>
                <a:spcPts val="0"/>
              </a:spcBef>
              <a:spcAft>
                <a:spcPts val="0"/>
              </a:spcAft>
              <a:buClr>
                <a:schemeClr val="dk2"/>
              </a:buClr>
              <a:buSzPts val="2400"/>
              <a:buNone/>
              <a:defRPr sz="2400">
                <a:solidFill>
                  <a:schemeClr val="dk2"/>
                </a:solidFill>
              </a:defRPr>
            </a:lvl3pPr>
            <a:lvl4pPr lvl="3" rtl="0" algn="ctr">
              <a:spcBef>
                <a:spcPts val="0"/>
              </a:spcBef>
              <a:spcAft>
                <a:spcPts val="0"/>
              </a:spcAft>
              <a:buClr>
                <a:schemeClr val="dk2"/>
              </a:buClr>
              <a:buSzPts val="2400"/>
              <a:buNone/>
              <a:defRPr sz="2400">
                <a:solidFill>
                  <a:schemeClr val="dk2"/>
                </a:solidFill>
              </a:defRPr>
            </a:lvl4pPr>
            <a:lvl5pPr lvl="4" rtl="0" algn="ctr">
              <a:spcBef>
                <a:spcPts val="0"/>
              </a:spcBef>
              <a:spcAft>
                <a:spcPts val="0"/>
              </a:spcAft>
              <a:buClr>
                <a:schemeClr val="dk2"/>
              </a:buClr>
              <a:buSzPts val="2400"/>
              <a:buNone/>
              <a:defRPr sz="2400">
                <a:solidFill>
                  <a:schemeClr val="dk2"/>
                </a:solidFill>
              </a:defRPr>
            </a:lvl5pPr>
            <a:lvl6pPr lvl="5" rtl="0" algn="ctr">
              <a:spcBef>
                <a:spcPts val="0"/>
              </a:spcBef>
              <a:spcAft>
                <a:spcPts val="0"/>
              </a:spcAft>
              <a:buClr>
                <a:schemeClr val="dk2"/>
              </a:buClr>
              <a:buSzPts val="2400"/>
              <a:buNone/>
              <a:defRPr sz="2400">
                <a:solidFill>
                  <a:schemeClr val="dk2"/>
                </a:solidFill>
              </a:defRPr>
            </a:lvl6pPr>
            <a:lvl7pPr lvl="6" rtl="0" algn="ctr">
              <a:spcBef>
                <a:spcPts val="0"/>
              </a:spcBef>
              <a:spcAft>
                <a:spcPts val="0"/>
              </a:spcAft>
              <a:buClr>
                <a:schemeClr val="dk2"/>
              </a:buClr>
              <a:buSzPts val="2400"/>
              <a:buNone/>
              <a:defRPr sz="2400">
                <a:solidFill>
                  <a:schemeClr val="dk2"/>
                </a:solidFill>
              </a:defRPr>
            </a:lvl7pPr>
            <a:lvl8pPr lvl="7" rtl="0" algn="ctr">
              <a:spcBef>
                <a:spcPts val="0"/>
              </a:spcBef>
              <a:spcAft>
                <a:spcPts val="0"/>
              </a:spcAft>
              <a:buClr>
                <a:schemeClr val="dk2"/>
              </a:buClr>
              <a:buSzPts val="2400"/>
              <a:buNone/>
              <a:defRPr sz="2400">
                <a:solidFill>
                  <a:schemeClr val="dk2"/>
                </a:solidFill>
              </a:defRPr>
            </a:lvl8pPr>
            <a:lvl9pPr lvl="8" rtl="0" algn="ctr">
              <a:spcBef>
                <a:spcPts val="0"/>
              </a:spcBef>
              <a:spcAft>
                <a:spcPts val="0"/>
              </a:spcAft>
              <a:buClr>
                <a:schemeClr val="dk2"/>
              </a:buClr>
              <a:buSzPts val="2400"/>
              <a:buNone/>
              <a:defRPr sz="2400">
                <a:solidFill>
                  <a:schemeClr val="dk2"/>
                </a:solidFill>
              </a:defRPr>
            </a:lvl9pPr>
          </a:lstStyle>
          <a:p>
            <a:r>
              <a:t>xx%</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spTree>
      <p:nvGrpSpPr>
        <p:cNvPr id="364" name="Shape 364"/>
        <p:cNvGrpSpPr/>
        <p:nvPr/>
      </p:nvGrpSpPr>
      <p:grpSpPr>
        <a:xfrm>
          <a:off x="0" y="0"/>
          <a:ext cx="0" cy="0"/>
          <a:chOff x="0" y="0"/>
          <a:chExt cx="0" cy="0"/>
        </a:xfrm>
      </p:grpSpPr>
      <p:sp>
        <p:nvSpPr>
          <p:cNvPr id="365" name="Google Shape;365;p33"/>
          <p:cNvSpPr/>
          <p:nvPr/>
        </p:nvSpPr>
        <p:spPr>
          <a:xfrm flipH="1" rot="-5400000">
            <a:off x="-1422600" y="1173563"/>
            <a:ext cx="3297300" cy="949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6" name="Google Shape;366;p33"/>
          <p:cNvPicPr preferRelativeResize="0"/>
          <p:nvPr/>
        </p:nvPicPr>
        <p:blipFill rotWithShape="1">
          <a:blip r:embed="rId2">
            <a:alphaModFix/>
          </a:blip>
          <a:srcRect b="10793" l="2042" r="72230" t="0"/>
          <a:stretch/>
        </p:blipFill>
        <p:spPr>
          <a:xfrm flipH="1">
            <a:off x="-237875" y="-187"/>
            <a:ext cx="951000" cy="3297375"/>
          </a:xfrm>
          <a:prstGeom prst="rect">
            <a:avLst/>
          </a:prstGeom>
          <a:noFill/>
          <a:ln>
            <a:noFill/>
          </a:ln>
        </p:spPr>
      </p:pic>
      <p:sp>
        <p:nvSpPr>
          <p:cNvPr id="367" name="Google Shape;367;p33"/>
          <p:cNvSpPr/>
          <p:nvPr/>
        </p:nvSpPr>
        <p:spPr>
          <a:xfrm rot="5400000">
            <a:off x="-692850" y="3748463"/>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3"/>
          <p:cNvSpPr/>
          <p:nvPr/>
        </p:nvSpPr>
        <p:spPr>
          <a:xfrm rot="10800000">
            <a:off x="-1209475" y="3297208"/>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3"/>
          <p:cNvSpPr/>
          <p:nvPr/>
        </p:nvSpPr>
        <p:spPr>
          <a:xfrm flipH="1">
            <a:off x="-1209475" y="3297188"/>
            <a:ext cx="1922700" cy="1846500"/>
          </a:xfrm>
          <a:prstGeom prst="pie">
            <a:avLst>
              <a:gd fmla="val 10809857"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7604675" y="1523925"/>
            <a:ext cx="43260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3"/>
          <p:cNvSpPr/>
          <p:nvPr/>
        </p:nvSpPr>
        <p:spPr>
          <a:xfrm>
            <a:off x="7605400" y="18875"/>
            <a:ext cx="43260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2" name="Google Shape;372;p33"/>
          <p:cNvPicPr preferRelativeResize="0"/>
          <p:nvPr/>
        </p:nvPicPr>
        <p:blipFill rotWithShape="1">
          <a:blip r:embed="rId3">
            <a:alphaModFix/>
          </a:blip>
          <a:srcRect b="16254" l="0" r="0" t="0"/>
          <a:stretch/>
        </p:blipFill>
        <p:spPr>
          <a:xfrm>
            <a:off x="7604675" y="1523925"/>
            <a:ext cx="4326000" cy="3622800"/>
          </a:xfrm>
          <a:prstGeom prst="rect">
            <a:avLst/>
          </a:prstGeom>
          <a:noFill/>
          <a:ln>
            <a:noFill/>
          </a:ln>
        </p:spPr>
      </p:pic>
      <p:sp>
        <p:nvSpPr>
          <p:cNvPr id="373" name="Google Shape;373;p33"/>
          <p:cNvSpPr/>
          <p:nvPr/>
        </p:nvSpPr>
        <p:spPr>
          <a:xfrm>
            <a:off x="7603947" y="23446"/>
            <a:ext cx="3148500" cy="3023100"/>
          </a:xfrm>
          <a:prstGeom prst="pie">
            <a:avLst>
              <a:gd fmla="val 10809857"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3"/>
          <p:cNvSpPr txBox="1"/>
          <p:nvPr>
            <p:ph hasCustomPrompt="1" type="title"/>
          </p:nvPr>
        </p:nvSpPr>
        <p:spPr>
          <a:xfrm>
            <a:off x="4840500" y="2037150"/>
            <a:ext cx="184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36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75" name="Google Shape;375;p33"/>
          <p:cNvSpPr txBox="1"/>
          <p:nvPr>
            <p:ph idx="1" type="subTitle"/>
          </p:nvPr>
        </p:nvSpPr>
        <p:spPr>
          <a:xfrm>
            <a:off x="4572000" y="3472800"/>
            <a:ext cx="2378400" cy="4203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6" name="Google Shape;376;p33"/>
          <p:cNvSpPr txBox="1"/>
          <p:nvPr>
            <p:ph hasCustomPrompt="1" idx="2" type="title"/>
          </p:nvPr>
        </p:nvSpPr>
        <p:spPr>
          <a:xfrm>
            <a:off x="1807825" y="2611038"/>
            <a:ext cx="184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36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77" name="Google Shape;377;p33"/>
          <p:cNvSpPr txBox="1"/>
          <p:nvPr>
            <p:ph idx="3" type="subTitle"/>
          </p:nvPr>
        </p:nvSpPr>
        <p:spPr>
          <a:xfrm>
            <a:off x="1539325" y="3803763"/>
            <a:ext cx="2378400" cy="4203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8" name="Google Shape;378;p33"/>
          <p:cNvSpPr txBox="1"/>
          <p:nvPr>
            <p:ph idx="4" type="title"/>
          </p:nvPr>
        </p:nvSpPr>
        <p:spPr>
          <a:xfrm>
            <a:off x="720000" y="445025"/>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379" name="Shape 379"/>
        <p:cNvGrpSpPr/>
        <p:nvPr/>
      </p:nvGrpSpPr>
      <p:grpSpPr>
        <a:xfrm>
          <a:off x="0" y="0"/>
          <a:ext cx="0" cy="0"/>
          <a:chOff x="0" y="0"/>
          <a:chExt cx="0" cy="0"/>
        </a:xfrm>
      </p:grpSpPr>
      <p:sp>
        <p:nvSpPr>
          <p:cNvPr id="380" name="Google Shape;380;p34"/>
          <p:cNvSpPr/>
          <p:nvPr/>
        </p:nvSpPr>
        <p:spPr>
          <a:xfrm flipH="1" rot="-5400000">
            <a:off x="1050426" y="808538"/>
            <a:ext cx="2571900" cy="95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4"/>
          <p:cNvSpPr/>
          <p:nvPr/>
        </p:nvSpPr>
        <p:spPr>
          <a:xfrm>
            <a:off x="1864876" y="3298888"/>
            <a:ext cx="7353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4"/>
          <p:cNvSpPr/>
          <p:nvPr/>
        </p:nvSpPr>
        <p:spPr>
          <a:xfrm flipH="1" rot="-5400000">
            <a:off x="1784121" y="4115789"/>
            <a:ext cx="1839600" cy="20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p:nvPr/>
        </p:nvSpPr>
        <p:spPr>
          <a:xfrm flipH="1">
            <a:off x="-28" y="-1900"/>
            <a:ext cx="18609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4" name="Google Shape;384;p34"/>
          <p:cNvPicPr preferRelativeResize="0"/>
          <p:nvPr/>
        </p:nvPicPr>
        <p:blipFill rotWithShape="1">
          <a:blip r:embed="rId2">
            <a:alphaModFix/>
          </a:blip>
          <a:srcRect b="0" l="0" r="52736" t="0"/>
          <a:stretch/>
        </p:blipFill>
        <p:spPr>
          <a:xfrm flipH="1">
            <a:off x="-3" y="-275"/>
            <a:ext cx="1860875" cy="3295675"/>
          </a:xfrm>
          <a:prstGeom prst="rect">
            <a:avLst/>
          </a:prstGeom>
          <a:noFill/>
          <a:ln>
            <a:noFill/>
          </a:ln>
        </p:spPr>
      </p:pic>
      <p:grpSp>
        <p:nvGrpSpPr>
          <p:cNvPr id="385" name="Google Shape;385;p34"/>
          <p:cNvGrpSpPr/>
          <p:nvPr/>
        </p:nvGrpSpPr>
        <p:grpSpPr>
          <a:xfrm flipH="1">
            <a:off x="19471" y="3295433"/>
            <a:ext cx="1841334" cy="1849979"/>
            <a:chOff x="5911746" y="3297346"/>
            <a:chExt cx="1841334" cy="1849979"/>
          </a:xfrm>
        </p:grpSpPr>
        <p:grpSp>
          <p:nvGrpSpPr>
            <p:cNvPr id="386" name="Google Shape;386;p34"/>
            <p:cNvGrpSpPr/>
            <p:nvPr/>
          </p:nvGrpSpPr>
          <p:grpSpPr>
            <a:xfrm>
              <a:off x="5911746" y="3297346"/>
              <a:ext cx="1841334" cy="1846519"/>
              <a:chOff x="5522250" y="3622800"/>
              <a:chExt cx="1518000" cy="1522275"/>
            </a:xfrm>
          </p:grpSpPr>
          <p:sp>
            <p:nvSpPr>
              <p:cNvPr id="387" name="Google Shape;387;p34"/>
              <p:cNvSpPr/>
              <p:nvPr/>
            </p:nvSpPr>
            <p:spPr>
              <a:xfrm>
                <a:off x="5523000" y="3622800"/>
                <a:ext cx="1516500" cy="15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4"/>
              <p:cNvSpPr/>
              <p:nvPr/>
            </p:nvSpPr>
            <p:spPr>
              <a:xfrm>
                <a:off x="5522250" y="3627075"/>
                <a:ext cx="1518000" cy="15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89" name="Google Shape;389;p34"/>
            <p:cNvPicPr preferRelativeResize="0"/>
            <p:nvPr/>
          </p:nvPicPr>
          <p:blipFill rotWithShape="1">
            <a:blip r:embed="rId3">
              <a:alphaModFix/>
            </a:blip>
            <a:srcRect b="16254" l="17060" r="0" t="0"/>
            <a:stretch/>
          </p:blipFill>
          <p:spPr>
            <a:xfrm>
              <a:off x="5911751" y="3300800"/>
              <a:ext cx="1828750" cy="1846525"/>
            </a:xfrm>
            <a:prstGeom prst="rect">
              <a:avLst/>
            </a:prstGeom>
            <a:noFill/>
            <a:ln>
              <a:noFill/>
            </a:ln>
          </p:spPr>
        </p:pic>
      </p:grpSp>
      <p:sp>
        <p:nvSpPr>
          <p:cNvPr id="390" name="Google Shape;390;p34"/>
          <p:cNvSpPr/>
          <p:nvPr/>
        </p:nvSpPr>
        <p:spPr>
          <a:xfrm rot="5400000">
            <a:off x="1968876" y="2461988"/>
            <a:ext cx="735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4"/>
          <p:cNvSpPr txBox="1"/>
          <p:nvPr/>
        </p:nvSpPr>
        <p:spPr>
          <a:xfrm>
            <a:off x="2930525" y="4258100"/>
            <a:ext cx="5388600" cy="446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dk1"/>
                </a:solidFill>
                <a:latin typeface="Monda"/>
                <a:ea typeface="Monda"/>
                <a:cs typeface="Monda"/>
                <a:sym typeface="Monda"/>
              </a:rPr>
              <a:t>CREDITS: This presentation template was created by </a:t>
            </a:r>
            <a:r>
              <a:rPr b="1" lang="en" sz="1000">
                <a:solidFill>
                  <a:schemeClr val="dk1"/>
                </a:solidFill>
                <a:uFill>
                  <a:noFill/>
                </a:uFill>
                <a:latin typeface="Monda"/>
                <a:ea typeface="Monda"/>
                <a:cs typeface="Monda"/>
                <a:sym typeface="Monda"/>
                <a:hlinkClick r:id="rId4">
                  <a:extLst>
                    <a:ext uri="{A12FA001-AC4F-418D-AE19-62706E023703}">
                      <ahyp:hlinkClr val="tx"/>
                    </a:ext>
                  </a:extLst>
                </a:hlinkClick>
              </a:rPr>
              <a:t>Slidesgo</a:t>
            </a:r>
            <a:r>
              <a:rPr lang="en" sz="1000">
                <a:solidFill>
                  <a:schemeClr val="dk1"/>
                </a:solidFill>
                <a:latin typeface="Monda"/>
                <a:ea typeface="Monda"/>
                <a:cs typeface="Monda"/>
                <a:sym typeface="Monda"/>
              </a:rPr>
              <a:t>, including icons by </a:t>
            </a:r>
            <a:r>
              <a:rPr b="1" lang="en" sz="1000">
                <a:solidFill>
                  <a:schemeClr val="dk1"/>
                </a:solidFill>
                <a:uFill>
                  <a:noFill/>
                </a:uFill>
                <a:latin typeface="Monda"/>
                <a:ea typeface="Monda"/>
                <a:cs typeface="Monda"/>
                <a:sym typeface="Monda"/>
                <a:hlinkClick r:id="rId5">
                  <a:extLst>
                    <a:ext uri="{A12FA001-AC4F-418D-AE19-62706E023703}">
                      <ahyp:hlinkClr val="tx"/>
                    </a:ext>
                  </a:extLst>
                </a:hlinkClick>
              </a:rPr>
              <a:t>Flaticon</a:t>
            </a:r>
            <a:r>
              <a:rPr lang="en" sz="1000">
                <a:solidFill>
                  <a:schemeClr val="dk1"/>
                </a:solidFill>
                <a:latin typeface="Monda"/>
                <a:ea typeface="Monda"/>
                <a:cs typeface="Monda"/>
                <a:sym typeface="Monda"/>
              </a:rPr>
              <a:t> and infographics &amp; images by </a:t>
            </a:r>
            <a:r>
              <a:rPr b="1" lang="en" sz="1000">
                <a:solidFill>
                  <a:schemeClr val="dk1"/>
                </a:solidFill>
                <a:uFill>
                  <a:noFill/>
                </a:uFill>
                <a:latin typeface="Monda"/>
                <a:ea typeface="Monda"/>
                <a:cs typeface="Monda"/>
                <a:sym typeface="Monda"/>
                <a:hlinkClick r:id="rId6">
                  <a:extLst>
                    <a:ext uri="{A12FA001-AC4F-418D-AE19-62706E023703}">
                      <ahyp:hlinkClr val="tx"/>
                    </a:ext>
                  </a:extLst>
                </a:hlinkClick>
              </a:rPr>
              <a:t>Freepik</a:t>
            </a:r>
            <a:endParaRPr b="1" sz="1000">
              <a:solidFill>
                <a:schemeClr val="dk1"/>
              </a:solidFill>
              <a:highlight>
                <a:srgbClr val="DFDEFC"/>
              </a:highlight>
              <a:latin typeface="Monda"/>
              <a:ea typeface="Monda"/>
              <a:cs typeface="Monda"/>
              <a:sym typeface="Monda"/>
            </a:endParaRPr>
          </a:p>
        </p:txBody>
      </p:sp>
      <p:sp>
        <p:nvSpPr>
          <p:cNvPr id="392" name="Google Shape;392;p34"/>
          <p:cNvSpPr txBox="1"/>
          <p:nvPr>
            <p:ph type="ctrTitle"/>
          </p:nvPr>
        </p:nvSpPr>
        <p:spPr>
          <a:xfrm>
            <a:off x="2930523" y="529975"/>
            <a:ext cx="5493900" cy="997800"/>
          </a:xfrm>
          <a:prstGeom prst="rect">
            <a:avLst/>
          </a:prstGeom>
        </p:spPr>
        <p:txBody>
          <a:bodyPr anchorCtr="0" anchor="ctr" bIns="91425" lIns="91425" spcFirstLastPara="1" rIns="91425" wrap="square" tIns="91425">
            <a:noAutofit/>
          </a:bodyPr>
          <a:lstStyle>
            <a:lvl1pPr lvl="0" rtl="0">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93" name="Google Shape;393;p34"/>
          <p:cNvSpPr txBox="1"/>
          <p:nvPr>
            <p:ph idx="1" type="subTitle"/>
          </p:nvPr>
        </p:nvSpPr>
        <p:spPr>
          <a:xfrm>
            <a:off x="2924175" y="1488500"/>
            <a:ext cx="5506500" cy="1284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2">
    <p:spTree>
      <p:nvGrpSpPr>
        <p:cNvPr id="394" name="Shape 394"/>
        <p:cNvGrpSpPr/>
        <p:nvPr/>
      </p:nvGrpSpPr>
      <p:grpSpPr>
        <a:xfrm>
          <a:off x="0" y="0"/>
          <a:ext cx="0" cy="0"/>
          <a:chOff x="0" y="0"/>
          <a:chExt cx="0" cy="0"/>
        </a:xfrm>
      </p:grpSpPr>
      <p:sp>
        <p:nvSpPr>
          <p:cNvPr id="395" name="Google Shape;395;p35"/>
          <p:cNvSpPr/>
          <p:nvPr/>
        </p:nvSpPr>
        <p:spPr>
          <a:xfrm rot="5400000">
            <a:off x="4148830" y="4117701"/>
            <a:ext cx="1839600" cy="20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5"/>
          <p:cNvSpPr/>
          <p:nvPr/>
        </p:nvSpPr>
        <p:spPr>
          <a:xfrm rot="5400000">
            <a:off x="4150225" y="810450"/>
            <a:ext cx="2571900" cy="95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5"/>
          <p:cNvSpPr/>
          <p:nvPr/>
        </p:nvSpPr>
        <p:spPr>
          <a:xfrm flipH="1">
            <a:off x="5172375" y="3300800"/>
            <a:ext cx="7353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
          <p:cNvSpPr/>
          <p:nvPr/>
        </p:nvSpPr>
        <p:spPr>
          <a:xfrm>
            <a:off x="7753075" y="3297075"/>
            <a:ext cx="20958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5"/>
          <p:cNvSpPr/>
          <p:nvPr/>
        </p:nvSpPr>
        <p:spPr>
          <a:xfrm>
            <a:off x="5911681" y="0"/>
            <a:ext cx="39372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0" name="Google Shape;400;p35"/>
          <p:cNvPicPr preferRelativeResize="0"/>
          <p:nvPr/>
        </p:nvPicPr>
        <p:blipFill>
          <a:blip r:embed="rId2">
            <a:alphaModFix/>
          </a:blip>
          <a:stretch>
            <a:fillRect/>
          </a:stretch>
        </p:blipFill>
        <p:spPr>
          <a:xfrm>
            <a:off x="5911681" y="1638"/>
            <a:ext cx="3937320" cy="3295663"/>
          </a:xfrm>
          <a:prstGeom prst="rect">
            <a:avLst/>
          </a:prstGeom>
          <a:noFill/>
          <a:ln>
            <a:noFill/>
          </a:ln>
        </p:spPr>
      </p:pic>
      <p:grpSp>
        <p:nvGrpSpPr>
          <p:cNvPr id="401" name="Google Shape;401;p35"/>
          <p:cNvGrpSpPr/>
          <p:nvPr/>
        </p:nvGrpSpPr>
        <p:grpSpPr>
          <a:xfrm>
            <a:off x="5911746" y="3297346"/>
            <a:ext cx="1841334" cy="1849979"/>
            <a:chOff x="5911746" y="3297346"/>
            <a:chExt cx="1841334" cy="1849979"/>
          </a:xfrm>
        </p:grpSpPr>
        <p:grpSp>
          <p:nvGrpSpPr>
            <p:cNvPr id="402" name="Google Shape;402;p35"/>
            <p:cNvGrpSpPr/>
            <p:nvPr/>
          </p:nvGrpSpPr>
          <p:grpSpPr>
            <a:xfrm>
              <a:off x="5911746" y="3297346"/>
              <a:ext cx="1841334" cy="1846519"/>
              <a:chOff x="5522250" y="3622800"/>
              <a:chExt cx="1518000" cy="1522275"/>
            </a:xfrm>
          </p:grpSpPr>
          <p:sp>
            <p:nvSpPr>
              <p:cNvPr id="403" name="Google Shape;403;p35"/>
              <p:cNvSpPr/>
              <p:nvPr/>
            </p:nvSpPr>
            <p:spPr>
              <a:xfrm>
                <a:off x="5523000" y="3622800"/>
                <a:ext cx="1516500" cy="152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5"/>
              <p:cNvSpPr/>
              <p:nvPr/>
            </p:nvSpPr>
            <p:spPr>
              <a:xfrm>
                <a:off x="5522250" y="3627075"/>
                <a:ext cx="1518000" cy="15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05" name="Google Shape;405;p35"/>
            <p:cNvPicPr preferRelativeResize="0"/>
            <p:nvPr/>
          </p:nvPicPr>
          <p:blipFill rotWithShape="1">
            <a:blip r:embed="rId3">
              <a:alphaModFix/>
            </a:blip>
            <a:srcRect b="16254" l="17060" r="0" t="0"/>
            <a:stretch/>
          </p:blipFill>
          <p:spPr>
            <a:xfrm>
              <a:off x="5911751" y="3300800"/>
              <a:ext cx="1828750" cy="1846525"/>
            </a:xfrm>
            <a:prstGeom prst="rect">
              <a:avLst/>
            </a:prstGeom>
            <a:noFill/>
            <a:ln>
              <a:noFill/>
            </a:ln>
          </p:spPr>
        </p:pic>
      </p:grpSp>
      <p:sp>
        <p:nvSpPr>
          <p:cNvPr id="406" name="Google Shape;406;p35"/>
          <p:cNvSpPr/>
          <p:nvPr/>
        </p:nvSpPr>
        <p:spPr>
          <a:xfrm flipH="1" rot="-5400000">
            <a:off x="5068675" y="2463900"/>
            <a:ext cx="735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3">
    <p:spTree>
      <p:nvGrpSpPr>
        <p:cNvPr id="407" name="Shape 407"/>
        <p:cNvGrpSpPr/>
        <p:nvPr/>
      </p:nvGrpSpPr>
      <p:grpSpPr>
        <a:xfrm>
          <a:off x="0" y="0"/>
          <a:ext cx="0" cy="0"/>
          <a:chOff x="0" y="0"/>
          <a:chExt cx="0" cy="0"/>
        </a:xfrm>
      </p:grpSpPr>
      <p:sp>
        <p:nvSpPr>
          <p:cNvPr id="408" name="Google Shape;408;p36"/>
          <p:cNvSpPr/>
          <p:nvPr/>
        </p:nvSpPr>
        <p:spPr>
          <a:xfrm>
            <a:off x="7532775" y="0"/>
            <a:ext cx="4326000" cy="3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6"/>
          <p:cNvSpPr/>
          <p:nvPr/>
        </p:nvSpPr>
        <p:spPr>
          <a:xfrm flipH="1" rot="-5400000">
            <a:off x="-234450" y="2806200"/>
            <a:ext cx="2571900" cy="2103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6"/>
          <p:cNvSpPr/>
          <p:nvPr/>
        </p:nvSpPr>
        <p:spPr>
          <a:xfrm flipH="1" rot="-5400000">
            <a:off x="525450" y="-525450"/>
            <a:ext cx="1052100" cy="2103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6"/>
          <p:cNvSpPr/>
          <p:nvPr/>
        </p:nvSpPr>
        <p:spPr>
          <a:xfrm flipH="1">
            <a:off x="459950" y="1048725"/>
            <a:ext cx="1643100" cy="15207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6"/>
          <p:cNvSpPr/>
          <p:nvPr/>
        </p:nvSpPr>
        <p:spPr>
          <a:xfrm rot="5400000">
            <a:off x="-527710" y="1581966"/>
            <a:ext cx="1515000" cy="4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6"/>
          <p:cNvSpPr/>
          <p:nvPr/>
        </p:nvSpPr>
        <p:spPr>
          <a:xfrm>
            <a:off x="7532775" y="3622800"/>
            <a:ext cx="4326000" cy="15150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4" name="Google Shape;414;p36"/>
          <p:cNvPicPr preferRelativeResize="0"/>
          <p:nvPr/>
        </p:nvPicPr>
        <p:blipFill rotWithShape="1">
          <a:blip r:embed="rId2">
            <a:alphaModFix/>
          </a:blip>
          <a:srcRect b="16254" l="0" r="0" t="0"/>
          <a:stretch/>
        </p:blipFill>
        <p:spPr>
          <a:xfrm>
            <a:off x="7532775" y="0"/>
            <a:ext cx="4326000" cy="3622800"/>
          </a:xfrm>
          <a:prstGeom prst="rect">
            <a:avLst/>
          </a:prstGeom>
          <a:noFill/>
          <a:ln>
            <a:noFill/>
          </a:ln>
        </p:spPr>
      </p:pic>
      <p:pic>
        <p:nvPicPr>
          <p:cNvPr id="415" name="Google Shape;415;p36"/>
          <p:cNvPicPr preferRelativeResize="0"/>
          <p:nvPr/>
        </p:nvPicPr>
        <p:blipFill rotWithShape="1">
          <a:blip r:embed="rId3">
            <a:alphaModFix/>
          </a:blip>
          <a:srcRect b="0" l="0" r="0" t="0"/>
          <a:stretch/>
        </p:blipFill>
        <p:spPr>
          <a:xfrm>
            <a:off x="-468831" y="2571744"/>
            <a:ext cx="2571899" cy="2571899"/>
          </a:xfrm>
          <a:prstGeom prst="rect">
            <a:avLst/>
          </a:prstGeom>
          <a:noFill/>
          <a:ln>
            <a:noFill/>
          </a:ln>
        </p:spPr>
      </p:pic>
      <p:sp>
        <p:nvSpPr>
          <p:cNvPr id="416" name="Google Shape;416;p36"/>
          <p:cNvSpPr/>
          <p:nvPr/>
        </p:nvSpPr>
        <p:spPr>
          <a:xfrm>
            <a:off x="7531322" y="3627371"/>
            <a:ext cx="3148500" cy="3023100"/>
          </a:xfrm>
          <a:prstGeom prst="pie">
            <a:avLst>
              <a:gd fmla="val 1080985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4">
    <p:spTree>
      <p:nvGrpSpPr>
        <p:cNvPr id="417" name="Shape 417"/>
        <p:cNvGrpSpPr/>
        <p:nvPr/>
      </p:nvGrpSpPr>
      <p:grpSpPr>
        <a:xfrm>
          <a:off x="0" y="0"/>
          <a:ext cx="0" cy="0"/>
          <a:chOff x="0" y="0"/>
          <a:chExt cx="0" cy="0"/>
        </a:xfrm>
      </p:grpSpPr>
      <p:sp>
        <p:nvSpPr>
          <p:cNvPr id="418" name="Google Shape;418;p37"/>
          <p:cNvSpPr/>
          <p:nvPr/>
        </p:nvSpPr>
        <p:spPr>
          <a:xfrm flipH="1" rot="-5400000">
            <a:off x="7997857" y="3742563"/>
            <a:ext cx="1839000" cy="951000"/>
          </a:xfrm>
          <a:prstGeom prst="rect">
            <a:avLst/>
          </a:prstGeom>
          <a:gradFill>
            <a:gsLst>
              <a:gs pos="0">
                <a:schemeClr val="lt1"/>
              </a:gs>
              <a:gs pos="100000">
                <a:schemeClr val="lt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7"/>
          <p:cNvSpPr/>
          <p:nvPr/>
        </p:nvSpPr>
        <p:spPr>
          <a:xfrm flipH="1" rot="10800000">
            <a:off x="8430782" y="3291308"/>
            <a:ext cx="1922700" cy="1846200"/>
          </a:xfrm>
          <a:prstGeom prst="pie">
            <a:avLst>
              <a:gd fmla="val 10809857" name="adj1"/>
              <a:gd fmla="val 16200000" name="adj2"/>
            </a:avLst>
          </a:prstGeom>
          <a:solidFill>
            <a:srgbClr val="DF0A0A">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7"/>
          <p:cNvSpPr/>
          <p:nvPr/>
        </p:nvSpPr>
        <p:spPr>
          <a:xfrm>
            <a:off x="8430782" y="3291288"/>
            <a:ext cx="1922700" cy="1846500"/>
          </a:xfrm>
          <a:prstGeom prst="pie">
            <a:avLst>
              <a:gd fmla="val 10809857"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
          <p:cNvSpPr/>
          <p:nvPr/>
        </p:nvSpPr>
        <p:spPr>
          <a:xfrm>
            <a:off x="-685425" y="-62"/>
            <a:ext cx="1390800" cy="1846500"/>
          </a:xfrm>
          <a:prstGeom prst="rect">
            <a:avLst/>
          </a:prstGeom>
          <a:gradFill>
            <a:gsLst>
              <a:gs pos="0">
                <a:schemeClr val="lt2"/>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7"/>
          <p:cNvSpPr/>
          <p:nvPr/>
        </p:nvSpPr>
        <p:spPr>
          <a:xfrm>
            <a:off x="-2526750" y="1846438"/>
            <a:ext cx="3232200" cy="329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37"/>
          <p:cNvPicPr preferRelativeResize="0"/>
          <p:nvPr/>
        </p:nvPicPr>
        <p:blipFill rotWithShape="1">
          <a:blip r:embed="rId2">
            <a:alphaModFix/>
          </a:blip>
          <a:srcRect b="16254" l="17436" r="467" t="0"/>
          <a:stretch/>
        </p:blipFill>
        <p:spPr>
          <a:xfrm>
            <a:off x="-2526750" y="1846438"/>
            <a:ext cx="3232250" cy="3297125"/>
          </a:xfrm>
          <a:prstGeom prst="rect">
            <a:avLst/>
          </a:prstGeom>
          <a:noFill/>
          <a:ln>
            <a:noFill/>
          </a:ln>
        </p:spPr>
      </p:pic>
      <p:sp>
        <p:nvSpPr>
          <p:cNvPr id="424" name="Google Shape;424;p37"/>
          <p:cNvSpPr/>
          <p:nvPr/>
        </p:nvSpPr>
        <p:spPr>
          <a:xfrm>
            <a:off x="8430775" y="0"/>
            <a:ext cx="735300" cy="329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5" name="Google Shape;425;p37"/>
          <p:cNvPicPr preferRelativeResize="0"/>
          <p:nvPr/>
        </p:nvPicPr>
        <p:blipFill rotWithShape="1">
          <a:blip r:embed="rId3">
            <a:alphaModFix/>
          </a:blip>
          <a:srcRect b="0" l="0" r="77700" t="0"/>
          <a:stretch/>
        </p:blipFill>
        <p:spPr>
          <a:xfrm>
            <a:off x="8430777" y="-25"/>
            <a:ext cx="735299" cy="329737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1.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1pPr>
            <a:lvl2pPr lvl="1"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2pPr>
            <a:lvl3pPr lvl="2"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3pPr>
            <a:lvl4pPr lvl="3"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4pPr>
            <a:lvl5pPr lvl="4"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5pPr>
            <a:lvl6pPr lvl="5"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6pPr>
            <a:lvl7pPr lvl="6"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7pPr>
            <a:lvl8pPr lvl="7"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8pPr>
            <a:lvl9pPr lvl="8" rtl="0">
              <a:lnSpc>
                <a:spcPct val="100000"/>
              </a:lnSpc>
              <a:spcBef>
                <a:spcPts val="0"/>
              </a:spcBef>
              <a:spcAft>
                <a:spcPts val="0"/>
              </a:spcAft>
              <a:buClr>
                <a:schemeClr val="dk1"/>
              </a:buClr>
              <a:buSzPts val="3000"/>
              <a:buFont typeface="Russo One"/>
              <a:buNone/>
              <a:defRPr sz="3000">
                <a:solidFill>
                  <a:schemeClr val="dk1"/>
                </a:solidFill>
                <a:latin typeface="Russo One"/>
                <a:ea typeface="Russo One"/>
                <a:cs typeface="Russo One"/>
                <a:sym typeface="Russo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Monda"/>
              <a:buChar char="●"/>
              <a:defRPr>
                <a:solidFill>
                  <a:schemeClr val="dk1"/>
                </a:solidFill>
                <a:latin typeface="Monda"/>
                <a:ea typeface="Monda"/>
                <a:cs typeface="Monda"/>
                <a:sym typeface="Monda"/>
              </a:defRPr>
            </a:lvl1pPr>
            <a:lvl2pPr indent="-317500" lvl="1" marL="914400">
              <a:lnSpc>
                <a:spcPct val="100000"/>
              </a:lnSpc>
              <a:spcBef>
                <a:spcPts val="1600"/>
              </a:spcBef>
              <a:spcAft>
                <a:spcPts val="0"/>
              </a:spcAft>
              <a:buClr>
                <a:schemeClr val="dk1"/>
              </a:buClr>
              <a:buSzPts val="1400"/>
              <a:buFont typeface="Monda"/>
              <a:buChar char="○"/>
              <a:defRPr>
                <a:solidFill>
                  <a:schemeClr val="dk1"/>
                </a:solidFill>
                <a:latin typeface="Monda"/>
                <a:ea typeface="Monda"/>
                <a:cs typeface="Monda"/>
                <a:sym typeface="Monda"/>
              </a:defRPr>
            </a:lvl2pPr>
            <a:lvl3pPr indent="-317500" lvl="2" marL="1371600">
              <a:lnSpc>
                <a:spcPct val="100000"/>
              </a:lnSpc>
              <a:spcBef>
                <a:spcPts val="1600"/>
              </a:spcBef>
              <a:spcAft>
                <a:spcPts val="0"/>
              </a:spcAft>
              <a:buClr>
                <a:schemeClr val="dk1"/>
              </a:buClr>
              <a:buSzPts val="1400"/>
              <a:buFont typeface="Monda"/>
              <a:buChar char="■"/>
              <a:defRPr>
                <a:solidFill>
                  <a:schemeClr val="dk1"/>
                </a:solidFill>
                <a:latin typeface="Monda"/>
                <a:ea typeface="Monda"/>
                <a:cs typeface="Monda"/>
                <a:sym typeface="Monda"/>
              </a:defRPr>
            </a:lvl3pPr>
            <a:lvl4pPr indent="-317500" lvl="3" marL="1828800">
              <a:lnSpc>
                <a:spcPct val="100000"/>
              </a:lnSpc>
              <a:spcBef>
                <a:spcPts val="1600"/>
              </a:spcBef>
              <a:spcAft>
                <a:spcPts val="0"/>
              </a:spcAft>
              <a:buClr>
                <a:schemeClr val="dk1"/>
              </a:buClr>
              <a:buSzPts val="1400"/>
              <a:buFont typeface="Monda"/>
              <a:buChar char="●"/>
              <a:defRPr>
                <a:solidFill>
                  <a:schemeClr val="dk1"/>
                </a:solidFill>
                <a:latin typeface="Monda"/>
                <a:ea typeface="Monda"/>
                <a:cs typeface="Monda"/>
                <a:sym typeface="Monda"/>
              </a:defRPr>
            </a:lvl4pPr>
            <a:lvl5pPr indent="-317500" lvl="4" marL="2286000">
              <a:lnSpc>
                <a:spcPct val="100000"/>
              </a:lnSpc>
              <a:spcBef>
                <a:spcPts val="1600"/>
              </a:spcBef>
              <a:spcAft>
                <a:spcPts val="0"/>
              </a:spcAft>
              <a:buClr>
                <a:schemeClr val="dk1"/>
              </a:buClr>
              <a:buSzPts val="1400"/>
              <a:buFont typeface="Monda"/>
              <a:buChar char="○"/>
              <a:defRPr>
                <a:solidFill>
                  <a:schemeClr val="dk1"/>
                </a:solidFill>
                <a:latin typeface="Monda"/>
                <a:ea typeface="Monda"/>
                <a:cs typeface="Monda"/>
                <a:sym typeface="Monda"/>
              </a:defRPr>
            </a:lvl5pPr>
            <a:lvl6pPr indent="-317500" lvl="5" marL="2743200">
              <a:lnSpc>
                <a:spcPct val="100000"/>
              </a:lnSpc>
              <a:spcBef>
                <a:spcPts val="1600"/>
              </a:spcBef>
              <a:spcAft>
                <a:spcPts val="0"/>
              </a:spcAft>
              <a:buClr>
                <a:schemeClr val="dk1"/>
              </a:buClr>
              <a:buSzPts val="1400"/>
              <a:buFont typeface="Monda"/>
              <a:buChar char="■"/>
              <a:defRPr>
                <a:solidFill>
                  <a:schemeClr val="dk1"/>
                </a:solidFill>
                <a:latin typeface="Monda"/>
                <a:ea typeface="Monda"/>
                <a:cs typeface="Monda"/>
                <a:sym typeface="Monda"/>
              </a:defRPr>
            </a:lvl6pPr>
            <a:lvl7pPr indent="-317500" lvl="6" marL="3200400">
              <a:lnSpc>
                <a:spcPct val="100000"/>
              </a:lnSpc>
              <a:spcBef>
                <a:spcPts val="1600"/>
              </a:spcBef>
              <a:spcAft>
                <a:spcPts val="0"/>
              </a:spcAft>
              <a:buClr>
                <a:schemeClr val="dk1"/>
              </a:buClr>
              <a:buSzPts val="1400"/>
              <a:buFont typeface="Monda"/>
              <a:buChar char="●"/>
              <a:defRPr>
                <a:solidFill>
                  <a:schemeClr val="dk1"/>
                </a:solidFill>
                <a:latin typeface="Monda"/>
                <a:ea typeface="Monda"/>
                <a:cs typeface="Monda"/>
                <a:sym typeface="Monda"/>
              </a:defRPr>
            </a:lvl7pPr>
            <a:lvl8pPr indent="-317500" lvl="7" marL="3657600">
              <a:lnSpc>
                <a:spcPct val="100000"/>
              </a:lnSpc>
              <a:spcBef>
                <a:spcPts val="1600"/>
              </a:spcBef>
              <a:spcAft>
                <a:spcPts val="0"/>
              </a:spcAft>
              <a:buClr>
                <a:schemeClr val="dk1"/>
              </a:buClr>
              <a:buSzPts val="1400"/>
              <a:buFont typeface="Monda"/>
              <a:buChar char="○"/>
              <a:defRPr>
                <a:solidFill>
                  <a:schemeClr val="dk1"/>
                </a:solidFill>
                <a:latin typeface="Monda"/>
                <a:ea typeface="Monda"/>
                <a:cs typeface="Monda"/>
                <a:sym typeface="Monda"/>
              </a:defRPr>
            </a:lvl8pPr>
            <a:lvl9pPr indent="-317500" lvl="8" marL="4114800">
              <a:lnSpc>
                <a:spcPct val="100000"/>
              </a:lnSpc>
              <a:spcBef>
                <a:spcPts val="1600"/>
              </a:spcBef>
              <a:spcAft>
                <a:spcPts val="1600"/>
              </a:spcAft>
              <a:buClr>
                <a:schemeClr val="dk1"/>
              </a:buClr>
              <a:buSzPts val="1400"/>
              <a:buFont typeface="Monda"/>
              <a:buChar char="■"/>
              <a:defRPr>
                <a:solidFill>
                  <a:schemeClr val="dk1"/>
                </a:solidFill>
                <a:latin typeface="Monda"/>
                <a:ea typeface="Monda"/>
                <a:cs typeface="Monda"/>
                <a:sym typeface="Mond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8.png"/><Relationship Id="rId8"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type="ctrTitle"/>
          </p:nvPr>
        </p:nvSpPr>
        <p:spPr>
          <a:xfrm>
            <a:off x="442025" y="872100"/>
            <a:ext cx="4157400" cy="2865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PAINTING FROM PART</a:t>
            </a:r>
            <a:endParaRPr/>
          </a:p>
        </p:txBody>
      </p:sp>
      <p:sp>
        <p:nvSpPr>
          <p:cNvPr id="431" name="Google Shape;431;p38"/>
          <p:cNvSpPr txBox="1"/>
          <p:nvPr>
            <p:ph idx="1" type="subTitle"/>
          </p:nvPr>
        </p:nvSpPr>
        <p:spPr>
          <a:xfrm>
            <a:off x="929248" y="3737700"/>
            <a:ext cx="2568300" cy="53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Iulia Popa</a:t>
            </a:r>
            <a:endParaRPr/>
          </a:p>
          <a:p>
            <a:pPr indent="0" lvl="0" marL="0" rtl="0" algn="l">
              <a:spcBef>
                <a:spcPts val="0"/>
              </a:spcBef>
              <a:spcAft>
                <a:spcPts val="0"/>
              </a:spcAft>
              <a:buNone/>
            </a:pPr>
            <a:r>
              <a:t/>
            </a:r>
            <a:endParaRPr/>
          </a:p>
        </p:txBody>
      </p:sp>
      <p:sp>
        <p:nvSpPr>
          <p:cNvPr id="432" name="Google Shape;432;p38"/>
          <p:cNvSpPr txBox="1"/>
          <p:nvPr/>
        </p:nvSpPr>
        <p:spPr>
          <a:xfrm>
            <a:off x="321475" y="4189150"/>
            <a:ext cx="4278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Monda"/>
                <a:ea typeface="Monda"/>
                <a:cs typeface="Monda"/>
                <a:sym typeface="Monda"/>
              </a:rPr>
              <a:t>Dongsheng Guo, Haoru Zhao, Yunhao Cheng, Haiyong Zheng, Zhaorui Gu, Bing Zheng</a:t>
            </a:r>
            <a:endParaRPr>
              <a:solidFill>
                <a:schemeClr val="dk1"/>
              </a:solidFill>
              <a:latin typeface="Monda"/>
              <a:ea typeface="Monda"/>
              <a:cs typeface="Monda"/>
              <a:sym typeface="Mond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9"/>
          <p:cNvSpPr/>
          <p:nvPr/>
        </p:nvSpPr>
        <p:spPr>
          <a:xfrm>
            <a:off x="1522675" y="37520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9"/>
          <p:cNvSpPr/>
          <p:nvPr/>
        </p:nvSpPr>
        <p:spPr>
          <a:xfrm>
            <a:off x="1522663" y="24510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9"/>
          <p:cNvSpPr/>
          <p:nvPr/>
        </p:nvSpPr>
        <p:spPr>
          <a:xfrm>
            <a:off x="1522675" y="11500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9"/>
          <p:cNvSpPr txBox="1"/>
          <p:nvPr>
            <p:ph idx="2" type="title"/>
          </p:nvPr>
        </p:nvSpPr>
        <p:spPr>
          <a:xfrm>
            <a:off x="1576775" y="163750"/>
            <a:ext cx="58191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CONTENTS</a:t>
            </a:r>
            <a:endParaRPr/>
          </a:p>
        </p:txBody>
      </p:sp>
      <p:sp>
        <p:nvSpPr>
          <p:cNvPr id="441" name="Google Shape;441;p39"/>
          <p:cNvSpPr txBox="1"/>
          <p:nvPr>
            <p:ph type="title"/>
          </p:nvPr>
        </p:nvSpPr>
        <p:spPr>
          <a:xfrm>
            <a:off x="2662325" y="1157875"/>
            <a:ext cx="2619300" cy="1116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Part-painting</a:t>
            </a:r>
            <a:endParaRPr/>
          </a:p>
          <a:p>
            <a:pPr indent="0" lvl="0" marL="0" rtl="0" algn="l">
              <a:spcBef>
                <a:spcPts val="0"/>
              </a:spcBef>
              <a:spcAft>
                <a:spcPts val="0"/>
              </a:spcAft>
              <a:buNone/>
            </a:pPr>
            <a:r>
              <a:rPr lang="en"/>
              <a:t>Problem and solution</a:t>
            </a:r>
            <a:endParaRPr/>
          </a:p>
        </p:txBody>
      </p:sp>
      <p:sp>
        <p:nvSpPr>
          <p:cNvPr id="442" name="Google Shape;442;p39"/>
          <p:cNvSpPr txBox="1"/>
          <p:nvPr>
            <p:ph idx="1" type="subTitle"/>
          </p:nvPr>
        </p:nvSpPr>
        <p:spPr>
          <a:xfrm>
            <a:off x="5439750" y="1157875"/>
            <a:ext cx="3410700" cy="76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Brief description of part-painting</a:t>
            </a:r>
            <a:endParaRPr/>
          </a:p>
        </p:txBody>
      </p:sp>
      <p:sp>
        <p:nvSpPr>
          <p:cNvPr id="443" name="Google Shape;443;p39"/>
          <p:cNvSpPr txBox="1"/>
          <p:nvPr>
            <p:ph idx="4" type="title"/>
          </p:nvPr>
        </p:nvSpPr>
        <p:spPr>
          <a:xfrm>
            <a:off x="2662326" y="2458875"/>
            <a:ext cx="2832900" cy="76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Phases of Part-Painting</a:t>
            </a:r>
            <a:endParaRPr/>
          </a:p>
        </p:txBody>
      </p:sp>
      <p:sp>
        <p:nvSpPr>
          <p:cNvPr id="444" name="Google Shape;444;p39"/>
          <p:cNvSpPr txBox="1"/>
          <p:nvPr>
            <p:ph idx="5" type="subTitle"/>
          </p:nvPr>
        </p:nvSpPr>
        <p:spPr>
          <a:xfrm>
            <a:off x="5439750" y="2458875"/>
            <a:ext cx="3340500" cy="76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Part-noise Restarting</a:t>
            </a:r>
            <a:endParaRPr/>
          </a:p>
          <a:p>
            <a:pPr indent="0" lvl="0" marL="0" rtl="0" algn="l">
              <a:spcBef>
                <a:spcPts val="0"/>
              </a:spcBef>
              <a:spcAft>
                <a:spcPts val="0"/>
              </a:spcAft>
              <a:buNone/>
            </a:pPr>
            <a:r>
              <a:rPr lang="en"/>
              <a:t>Part-feature Repainting</a:t>
            </a:r>
            <a:endParaRPr/>
          </a:p>
          <a:p>
            <a:pPr indent="0" lvl="0" marL="0" rtl="0" algn="l">
              <a:spcBef>
                <a:spcPts val="0"/>
              </a:spcBef>
              <a:spcAft>
                <a:spcPts val="0"/>
              </a:spcAft>
              <a:buNone/>
            </a:pPr>
            <a:r>
              <a:rPr lang="en"/>
              <a:t>Part-patch Refining</a:t>
            </a:r>
            <a:endParaRPr/>
          </a:p>
        </p:txBody>
      </p:sp>
      <p:sp>
        <p:nvSpPr>
          <p:cNvPr id="445" name="Google Shape;445;p39"/>
          <p:cNvSpPr txBox="1"/>
          <p:nvPr>
            <p:ph idx="6" type="title"/>
          </p:nvPr>
        </p:nvSpPr>
        <p:spPr>
          <a:xfrm>
            <a:off x="1532137" y="2616075"/>
            <a:ext cx="758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46" name="Google Shape;446;p39"/>
          <p:cNvSpPr txBox="1"/>
          <p:nvPr>
            <p:ph idx="3" type="title"/>
          </p:nvPr>
        </p:nvSpPr>
        <p:spPr>
          <a:xfrm>
            <a:off x="1532137" y="1315075"/>
            <a:ext cx="758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47" name="Google Shape;447;p39"/>
          <p:cNvSpPr txBox="1"/>
          <p:nvPr>
            <p:ph idx="7" type="title"/>
          </p:nvPr>
        </p:nvSpPr>
        <p:spPr>
          <a:xfrm>
            <a:off x="2662326" y="3759875"/>
            <a:ext cx="2903100" cy="76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Related Work</a:t>
            </a:r>
            <a:endParaRPr/>
          </a:p>
        </p:txBody>
      </p:sp>
      <p:sp>
        <p:nvSpPr>
          <p:cNvPr id="448" name="Google Shape;448;p39"/>
          <p:cNvSpPr txBox="1"/>
          <p:nvPr>
            <p:ph idx="8" type="subTitle"/>
          </p:nvPr>
        </p:nvSpPr>
        <p:spPr>
          <a:xfrm>
            <a:off x="5439750" y="3508000"/>
            <a:ext cx="3661800" cy="136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Inpainting &amp; Outpainting</a:t>
            </a:r>
            <a:endParaRPr/>
          </a:p>
          <a:p>
            <a:pPr indent="0" lvl="0" marL="0" rtl="0" algn="l">
              <a:spcBef>
                <a:spcPts val="0"/>
              </a:spcBef>
              <a:spcAft>
                <a:spcPts val="0"/>
              </a:spcAft>
              <a:buNone/>
            </a:pPr>
            <a:r>
              <a:rPr lang="en"/>
              <a:t>Generative Adversarial Networks</a:t>
            </a:r>
            <a:endParaRPr/>
          </a:p>
          <a:p>
            <a:pPr indent="0" lvl="0" marL="0" rtl="0" algn="l">
              <a:spcBef>
                <a:spcPts val="0"/>
              </a:spcBef>
              <a:spcAft>
                <a:spcPts val="0"/>
              </a:spcAft>
              <a:buNone/>
            </a:pPr>
            <a:r>
              <a:rPr lang="en"/>
              <a:t>Wavelet-based Generation Network</a:t>
            </a:r>
            <a:endParaRPr/>
          </a:p>
          <a:p>
            <a:pPr indent="0" lvl="0" marL="0" rtl="0" algn="l">
              <a:spcBef>
                <a:spcPts val="0"/>
              </a:spcBef>
              <a:spcAft>
                <a:spcPts val="0"/>
              </a:spcAft>
              <a:buNone/>
            </a:pPr>
            <a:r>
              <a:rPr lang="en"/>
              <a:t>Image-to-Image Translation</a:t>
            </a:r>
            <a:endParaRPr/>
          </a:p>
          <a:p>
            <a:pPr indent="0" lvl="0" marL="0" rtl="0" algn="l">
              <a:spcBef>
                <a:spcPts val="0"/>
              </a:spcBef>
              <a:spcAft>
                <a:spcPts val="0"/>
              </a:spcAft>
              <a:buNone/>
            </a:pPr>
            <a:r>
              <a:t/>
            </a:r>
            <a:endParaRPr/>
          </a:p>
        </p:txBody>
      </p:sp>
      <p:sp>
        <p:nvSpPr>
          <p:cNvPr id="449" name="Google Shape;449;p39"/>
          <p:cNvSpPr txBox="1"/>
          <p:nvPr>
            <p:ph idx="9" type="title"/>
          </p:nvPr>
        </p:nvSpPr>
        <p:spPr>
          <a:xfrm>
            <a:off x="1532137" y="3917075"/>
            <a:ext cx="758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0"/>
          <p:cNvSpPr/>
          <p:nvPr/>
        </p:nvSpPr>
        <p:spPr>
          <a:xfrm rot="5400000">
            <a:off x="6105999" y="2077452"/>
            <a:ext cx="5125003" cy="988600"/>
          </a:xfrm>
          <a:prstGeom prst="rect">
            <a:avLst/>
          </a:prstGeom>
        </p:spPr>
        <p:txBody>
          <a:bodyPr>
            <a:prstTxWarp prst="textPlain"/>
          </a:bodyPr>
          <a:lstStyle/>
          <a:p>
            <a:pPr lvl="0" algn="ctr"/>
            <a:r>
              <a:rPr b="0" i="0">
                <a:ln>
                  <a:noFill/>
                </a:ln>
                <a:solidFill>
                  <a:schemeClr val="lt1"/>
                </a:solidFill>
                <a:latin typeface="Russo One"/>
              </a:rPr>
              <a:t>INTRO</a:t>
            </a:r>
          </a:p>
        </p:txBody>
      </p:sp>
      <p:sp>
        <p:nvSpPr>
          <p:cNvPr id="455" name="Google Shape;455;p40"/>
          <p:cNvSpPr txBox="1"/>
          <p:nvPr>
            <p:ph idx="1" type="subTitle"/>
          </p:nvPr>
        </p:nvSpPr>
        <p:spPr>
          <a:xfrm>
            <a:off x="3330494" y="1870525"/>
            <a:ext cx="4218300" cy="21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Painting from Part (</a:t>
            </a:r>
            <a:r>
              <a:rPr i="1" lang="en"/>
              <a:t>Part-painting</a:t>
            </a:r>
            <a:r>
              <a:rPr lang="en"/>
              <a:t> for short) represents the procedure of painting the complete image from a part of it, using a simple human ability: given a region of a picture, people can visualize the unseen rest of the image.</a:t>
            </a:r>
            <a:endParaRPr/>
          </a:p>
        </p:txBody>
      </p:sp>
      <p:sp>
        <p:nvSpPr>
          <p:cNvPr id="456" name="Google Shape;456;p40"/>
          <p:cNvSpPr txBox="1"/>
          <p:nvPr>
            <p:ph type="title"/>
          </p:nvPr>
        </p:nvSpPr>
        <p:spPr>
          <a:xfrm>
            <a:off x="3330494" y="1175375"/>
            <a:ext cx="4218300" cy="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pic>
        <p:nvPicPr>
          <p:cNvPr id="457" name="Google Shape;457;p40"/>
          <p:cNvPicPr preferRelativeResize="0"/>
          <p:nvPr/>
        </p:nvPicPr>
        <p:blipFill>
          <a:blip r:embed="rId3">
            <a:alphaModFix/>
          </a:blip>
          <a:stretch>
            <a:fillRect/>
          </a:stretch>
        </p:blipFill>
        <p:spPr>
          <a:xfrm>
            <a:off x="-1605625" y="0"/>
            <a:ext cx="4398374"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1"/>
          <p:cNvSpPr txBox="1"/>
          <p:nvPr>
            <p:ph idx="1" type="subTitle"/>
          </p:nvPr>
        </p:nvSpPr>
        <p:spPr>
          <a:xfrm>
            <a:off x="3115200" y="4141675"/>
            <a:ext cx="5173200" cy="500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connection between </a:t>
            </a:r>
            <a:r>
              <a:rPr i="1" lang="en"/>
              <a:t>part </a:t>
            </a:r>
            <a:r>
              <a:rPr lang="en"/>
              <a:t>and </a:t>
            </a:r>
            <a:r>
              <a:rPr i="1" lang="en"/>
              <a:t>whole</a:t>
            </a:r>
            <a:endParaRPr i="1"/>
          </a:p>
        </p:txBody>
      </p:sp>
      <p:sp>
        <p:nvSpPr>
          <p:cNvPr id="463" name="Google Shape;463;p41"/>
          <p:cNvSpPr txBox="1"/>
          <p:nvPr>
            <p:ph type="title"/>
          </p:nvPr>
        </p:nvSpPr>
        <p:spPr>
          <a:xfrm>
            <a:off x="3115200" y="1749500"/>
            <a:ext cx="5173200" cy="2208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Part-painting</a:t>
            </a:r>
            <a:endParaRPr/>
          </a:p>
          <a:p>
            <a:pPr indent="0" lvl="0" marL="0" rtl="0" algn="ctr">
              <a:spcBef>
                <a:spcPts val="0"/>
              </a:spcBef>
              <a:spcAft>
                <a:spcPts val="0"/>
              </a:spcAft>
              <a:buNone/>
            </a:pPr>
            <a:r>
              <a:rPr lang="en"/>
              <a:t>Problem and solution</a:t>
            </a:r>
            <a:endParaRPr/>
          </a:p>
        </p:txBody>
      </p:sp>
      <p:sp>
        <p:nvSpPr>
          <p:cNvPr id="464" name="Google Shape;464;p41"/>
          <p:cNvSpPr/>
          <p:nvPr/>
        </p:nvSpPr>
        <p:spPr>
          <a:xfrm>
            <a:off x="7308900" y="0"/>
            <a:ext cx="1841400" cy="1841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1"/>
          <p:cNvSpPr txBox="1"/>
          <p:nvPr>
            <p:ph idx="2" type="title"/>
          </p:nvPr>
        </p:nvSpPr>
        <p:spPr>
          <a:xfrm>
            <a:off x="7264975" y="410400"/>
            <a:ext cx="18288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2"/>
          <p:cNvSpPr txBox="1"/>
          <p:nvPr>
            <p:ph type="title"/>
          </p:nvPr>
        </p:nvSpPr>
        <p:spPr>
          <a:xfrm>
            <a:off x="720000" y="445025"/>
            <a:ext cx="6864600" cy="82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Painting from Part problem</a:t>
            </a:r>
            <a:endParaRPr/>
          </a:p>
          <a:p>
            <a:pPr indent="0" lvl="0" marL="0" rtl="0" algn="ctr">
              <a:spcBef>
                <a:spcPts val="0"/>
              </a:spcBef>
              <a:spcAft>
                <a:spcPts val="0"/>
              </a:spcAft>
              <a:buNone/>
            </a:pPr>
            <a:r>
              <a:rPr lang="en"/>
              <a:t>- real life applicability -</a:t>
            </a:r>
            <a:endParaRPr/>
          </a:p>
        </p:txBody>
      </p:sp>
      <p:sp>
        <p:nvSpPr>
          <p:cNvPr id="471" name="Google Shape;471;p42"/>
          <p:cNvSpPr txBox="1"/>
          <p:nvPr>
            <p:ph idx="3" type="subTitle"/>
          </p:nvPr>
        </p:nvSpPr>
        <p:spPr>
          <a:xfrm>
            <a:off x="720000" y="3151850"/>
            <a:ext cx="3241500" cy="162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Computer vision </a:t>
            </a:r>
            <a:endParaRPr/>
          </a:p>
          <a:p>
            <a:pPr indent="0" lvl="0" marL="0" rtl="0" algn="l">
              <a:spcBef>
                <a:spcPts val="0"/>
              </a:spcBef>
              <a:spcAft>
                <a:spcPts val="0"/>
              </a:spcAft>
              <a:buNone/>
            </a:pPr>
            <a:r>
              <a:rPr lang="en"/>
              <a:t>Texture analysis</a:t>
            </a:r>
            <a:endParaRPr/>
          </a:p>
          <a:p>
            <a:pPr indent="0" lvl="0" marL="0" rtl="0" algn="l">
              <a:spcBef>
                <a:spcPts val="0"/>
              </a:spcBef>
              <a:spcAft>
                <a:spcPts val="0"/>
              </a:spcAft>
              <a:buNone/>
            </a:pPr>
            <a:r>
              <a:rPr lang="en"/>
              <a:t>Image-editing</a:t>
            </a:r>
            <a:endParaRPr/>
          </a:p>
          <a:p>
            <a:pPr indent="0" lvl="0" marL="0" rtl="0" algn="l">
              <a:spcBef>
                <a:spcPts val="0"/>
              </a:spcBef>
              <a:spcAft>
                <a:spcPts val="0"/>
              </a:spcAft>
              <a:buNone/>
            </a:pPr>
            <a:r>
              <a:rPr lang="en"/>
              <a:t>Video games</a:t>
            </a:r>
            <a:endParaRPr/>
          </a:p>
          <a:p>
            <a:pPr indent="0" lvl="0" marL="0" rtl="0" algn="l">
              <a:spcBef>
                <a:spcPts val="0"/>
              </a:spcBef>
              <a:spcAft>
                <a:spcPts val="0"/>
              </a:spcAft>
              <a:buNone/>
            </a:pPr>
            <a:r>
              <a:rPr lang="en"/>
              <a:t>Generated media</a:t>
            </a:r>
            <a:endParaRPr/>
          </a:p>
        </p:txBody>
      </p:sp>
      <p:sp>
        <p:nvSpPr>
          <p:cNvPr id="472" name="Google Shape;472;p42"/>
          <p:cNvSpPr txBox="1"/>
          <p:nvPr>
            <p:ph idx="4" type="subTitle"/>
          </p:nvPr>
        </p:nvSpPr>
        <p:spPr>
          <a:xfrm>
            <a:off x="4572000" y="3234775"/>
            <a:ext cx="3241500" cy="154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Abstract art</a:t>
            </a:r>
            <a:endParaRPr/>
          </a:p>
          <a:p>
            <a:pPr indent="0" lvl="0" marL="0" rtl="0" algn="l">
              <a:spcBef>
                <a:spcPts val="0"/>
              </a:spcBef>
              <a:spcAft>
                <a:spcPts val="0"/>
              </a:spcAft>
              <a:buNone/>
            </a:pPr>
            <a:r>
              <a:rPr lang="en"/>
              <a:t>Comics</a:t>
            </a:r>
            <a:endParaRPr/>
          </a:p>
          <a:p>
            <a:pPr indent="0" lvl="0" marL="0" rtl="0" algn="l">
              <a:spcBef>
                <a:spcPts val="0"/>
              </a:spcBef>
              <a:spcAft>
                <a:spcPts val="0"/>
              </a:spcAft>
              <a:buNone/>
            </a:pPr>
            <a:r>
              <a:rPr lang="en"/>
              <a:t>Animated movies</a:t>
            </a:r>
            <a:endParaRPr/>
          </a:p>
          <a:p>
            <a:pPr indent="0" lvl="0" marL="0" rtl="0" algn="l">
              <a:spcBef>
                <a:spcPts val="0"/>
              </a:spcBef>
              <a:spcAft>
                <a:spcPts val="0"/>
              </a:spcAft>
              <a:buNone/>
            </a:pPr>
            <a:r>
              <a:rPr lang="en"/>
              <a:t>Cartoons</a:t>
            </a:r>
            <a:endParaRPr/>
          </a:p>
          <a:p>
            <a:pPr indent="0" lvl="0" marL="0" rtl="0" algn="l">
              <a:spcBef>
                <a:spcPts val="0"/>
              </a:spcBef>
              <a:spcAft>
                <a:spcPts val="0"/>
              </a:spcAft>
              <a:buNone/>
            </a:pPr>
            <a:r>
              <a:rPr lang="en"/>
              <a:t>Books</a:t>
            </a:r>
            <a:endParaRPr/>
          </a:p>
        </p:txBody>
      </p:sp>
      <p:sp>
        <p:nvSpPr>
          <p:cNvPr id="473" name="Google Shape;473;p42"/>
          <p:cNvSpPr txBox="1"/>
          <p:nvPr>
            <p:ph idx="1" type="subTitle"/>
          </p:nvPr>
        </p:nvSpPr>
        <p:spPr>
          <a:xfrm>
            <a:off x="720000" y="2579150"/>
            <a:ext cx="3539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Computer Science</a:t>
            </a:r>
            <a:endParaRPr/>
          </a:p>
        </p:txBody>
      </p:sp>
      <p:sp>
        <p:nvSpPr>
          <p:cNvPr id="474" name="Google Shape;474;p42"/>
          <p:cNvSpPr txBox="1"/>
          <p:nvPr>
            <p:ph idx="2" type="subTitle"/>
          </p:nvPr>
        </p:nvSpPr>
        <p:spPr>
          <a:xfrm>
            <a:off x="4571997" y="2579150"/>
            <a:ext cx="32415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Visual Arts</a:t>
            </a:r>
            <a:endParaRPr/>
          </a:p>
        </p:txBody>
      </p:sp>
      <p:grpSp>
        <p:nvGrpSpPr>
          <p:cNvPr id="475" name="Google Shape;475;p42"/>
          <p:cNvGrpSpPr/>
          <p:nvPr/>
        </p:nvGrpSpPr>
        <p:grpSpPr>
          <a:xfrm>
            <a:off x="4801185" y="1784119"/>
            <a:ext cx="443438" cy="444216"/>
            <a:chOff x="-13512225" y="3211525"/>
            <a:chExt cx="353675" cy="353675"/>
          </a:xfrm>
        </p:grpSpPr>
        <p:sp>
          <p:nvSpPr>
            <p:cNvPr id="476" name="Google Shape;476;p42"/>
            <p:cNvSpPr/>
            <p:nvPr/>
          </p:nvSpPr>
          <p:spPr>
            <a:xfrm>
              <a:off x="-13283825" y="3482475"/>
              <a:ext cx="125275" cy="82725"/>
            </a:xfrm>
            <a:custGeom>
              <a:rect b="b" l="l" r="r" t="t"/>
              <a:pathLst>
                <a:path extrusionOk="0" h="3309" w="5011">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l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2"/>
            <p:cNvSpPr/>
            <p:nvPr/>
          </p:nvSpPr>
          <p:spPr>
            <a:xfrm>
              <a:off x="-13512225" y="3211525"/>
              <a:ext cx="353675" cy="249700"/>
            </a:xfrm>
            <a:custGeom>
              <a:rect b="b" l="l" r="r" t="t"/>
              <a:pathLst>
                <a:path extrusionOk="0" h="9988" w="14147">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l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2"/>
            <p:cNvSpPr/>
            <p:nvPr/>
          </p:nvSpPr>
          <p:spPr>
            <a:xfrm>
              <a:off x="-13512225" y="3483250"/>
              <a:ext cx="100050" cy="81150"/>
            </a:xfrm>
            <a:custGeom>
              <a:rect b="b" l="l" r="r" t="t"/>
              <a:pathLst>
                <a:path extrusionOk="0" h="3246" w="4002">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l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2"/>
            <p:cNvSpPr/>
            <p:nvPr/>
          </p:nvSpPr>
          <p:spPr>
            <a:xfrm>
              <a:off x="-13407475" y="3483250"/>
              <a:ext cx="36250" cy="81150"/>
            </a:xfrm>
            <a:custGeom>
              <a:rect b="b" l="l" r="r" t="t"/>
              <a:pathLst>
                <a:path extrusionOk="0" h="3246" w="145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l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2"/>
            <p:cNvSpPr/>
            <p:nvPr/>
          </p:nvSpPr>
          <p:spPr>
            <a:xfrm>
              <a:off x="-13366525" y="3485625"/>
              <a:ext cx="70125" cy="76425"/>
            </a:xfrm>
            <a:custGeom>
              <a:rect b="b" l="l" r="r" t="t"/>
              <a:pathLst>
                <a:path extrusionOk="0" h="3057" w="2805">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lt1"/>
            </a:solidFill>
            <a:ln>
              <a:noFill/>
            </a:ln>
            <a:effectLst>
              <a:outerShdw blurRad="57150" rotWithShape="0" algn="bl" dir="5400000" dist="19050">
                <a:schemeClr val="l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1" name="Google Shape;481;p42"/>
          <p:cNvGrpSpPr/>
          <p:nvPr/>
        </p:nvGrpSpPr>
        <p:grpSpPr>
          <a:xfrm>
            <a:off x="4801178" y="1605328"/>
            <a:ext cx="777600" cy="777600"/>
            <a:chOff x="5871375" y="317125"/>
            <a:chExt cx="777600" cy="777600"/>
          </a:xfrm>
        </p:grpSpPr>
        <p:sp>
          <p:nvSpPr>
            <p:cNvPr id="482" name="Google Shape;482;p42"/>
            <p:cNvSpPr/>
            <p:nvPr/>
          </p:nvSpPr>
          <p:spPr>
            <a:xfrm>
              <a:off x="5871375" y="31712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3" name="Google Shape;483;p42"/>
            <p:cNvGrpSpPr/>
            <p:nvPr/>
          </p:nvGrpSpPr>
          <p:grpSpPr>
            <a:xfrm>
              <a:off x="6039763" y="483925"/>
              <a:ext cx="440825" cy="444000"/>
              <a:chOff x="4539675" y="818225"/>
              <a:chExt cx="440825" cy="444000"/>
            </a:xfrm>
          </p:grpSpPr>
          <p:sp>
            <p:nvSpPr>
              <p:cNvPr id="484" name="Google Shape;484;p42"/>
              <p:cNvSpPr/>
              <p:nvPr/>
            </p:nvSpPr>
            <p:spPr>
              <a:xfrm>
                <a:off x="4539675" y="968600"/>
                <a:ext cx="440825" cy="293625"/>
              </a:xfrm>
              <a:custGeom>
                <a:rect b="b" l="l" r="r" t="t"/>
                <a:pathLst>
                  <a:path extrusionOk="0" h="11745" w="17633">
                    <a:moveTo>
                      <a:pt x="6116" y="0"/>
                    </a:moveTo>
                    <a:cubicBezTo>
                      <a:pt x="4739" y="433"/>
                      <a:pt x="3468" y="1208"/>
                      <a:pt x="2352" y="2293"/>
                    </a:cubicBezTo>
                    <a:cubicBezTo>
                      <a:pt x="1133" y="3484"/>
                      <a:pt x="514" y="4666"/>
                      <a:pt x="445" y="4796"/>
                    </a:cubicBezTo>
                    <a:lnTo>
                      <a:pt x="1" y="5665"/>
                    </a:lnTo>
                    <a:lnTo>
                      <a:pt x="445" y="6537"/>
                    </a:lnTo>
                    <a:cubicBezTo>
                      <a:pt x="509" y="6670"/>
                      <a:pt x="1133" y="7850"/>
                      <a:pt x="2352" y="9038"/>
                    </a:cubicBezTo>
                    <a:cubicBezTo>
                      <a:pt x="4164" y="10809"/>
                      <a:pt x="6402" y="11744"/>
                      <a:pt x="8817" y="11744"/>
                    </a:cubicBezTo>
                    <a:cubicBezTo>
                      <a:pt x="11231" y="11744"/>
                      <a:pt x="13466" y="10809"/>
                      <a:pt x="15281" y="9038"/>
                    </a:cubicBezTo>
                    <a:cubicBezTo>
                      <a:pt x="16500" y="7850"/>
                      <a:pt x="17119" y="6665"/>
                      <a:pt x="17188" y="6537"/>
                    </a:cubicBezTo>
                    <a:lnTo>
                      <a:pt x="17632" y="5665"/>
                    </a:lnTo>
                    <a:lnTo>
                      <a:pt x="17188" y="4796"/>
                    </a:lnTo>
                    <a:cubicBezTo>
                      <a:pt x="17124" y="4663"/>
                      <a:pt x="16500" y="3484"/>
                      <a:pt x="15281" y="2293"/>
                    </a:cubicBezTo>
                    <a:cubicBezTo>
                      <a:pt x="14168" y="1205"/>
                      <a:pt x="12894" y="433"/>
                      <a:pt x="11517" y="0"/>
                    </a:cubicBezTo>
                    <a:lnTo>
                      <a:pt x="11517" y="2429"/>
                    </a:lnTo>
                    <a:cubicBezTo>
                      <a:pt x="12297" y="2773"/>
                      <a:pt x="13022" y="3275"/>
                      <a:pt x="13688" y="3925"/>
                    </a:cubicBezTo>
                    <a:cubicBezTo>
                      <a:pt x="14043" y="4269"/>
                      <a:pt x="14368" y="4649"/>
                      <a:pt x="14668" y="5060"/>
                    </a:cubicBezTo>
                    <a:lnTo>
                      <a:pt x="15106" y="5671"/>
                    </a:lnTo>
                    <a:lnTo>
                      <a:pt x="14668" y="6281"/>
                    </a:lnTo>
                    <a:cubicBezTo>
                      <a:pt x="14371" y="6690"/>
                      <a:pt x="14043" y="7073"/>
                      <a:pt x="13688" y="7414"/>
                    </a:cubicBezTo>
                    <a:cubicBezTo>
                      <a:pt x="12997" y="8088"/>
                      <a:pt x="12239" y="8605"/>
                      <a:pt x="11428" y="8949"/>
                    </a:cubicBezTo>
                    <a:cubicBezTo>
                      <a:pt x="10610" y="9299"/>
                      <a:pt x="9730" y="9476"/>
                      <a:pt x="8817" y="9476"/>
                    </a:cubicBezTo>
                    <a:cubicBezTo>
                      <a:pt x="7903" y="9476"/>
                      <a:pt x="7023" y="9299"/>
                      <a:pt x="6205" y="8949"/>
                    </a:cubicBezTo>
                    <a:cubicBezTo>
                      <a:pt x="5391" y="8605"/>
                      <a:pt x="4631" y="8088"/>
                      <a:pt x="3945" y="7414"/>
                    </a:cubicBezTo>
                    <a:cubicBezTo>
                      <a:pt x="3590" y="7073"/>
                      <a:pt x="3265" y="6690"/>
                      <a:pt x="2965" y="6281"/>
                    </a:cubicBezTo>
                    <a:lnTo>
                      <a:pt x="2527" y="5671"/>
                    </a:lnTo>
                    <a:lnTo>
                      <a:pt x="2965" y="5060"/>
                    </a:lnTo>
                    <a:cubicBezTo>
                      <a:pt x="3262" y="4649"/>
                      <a:pt x="3590" y="4269"/>
                      <a:pt x="3945" y="3925"/>
                    </a:cubicBezTo>
                    <a:cubicBezTo>
                      <a:pt x="4611" y="3275"/>
                      <a:pt x="5339" y="2773"/>
                      <a:pt x="6116" y="2429"/>
                    </a:cubicBezTo>
                    <a:lnTo>
                      <a:pt x="6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2"/>
              <p:cNvSpPr/>
              <p:nvPr/>
            </p:nvSpPr>
            <p:spPr>
              <a:xfrm>
                <a:off x="4635025" y="1058175"/>
                <a:ext cx="250325" cy="121175"/>
              </a:xfrm>
              <a:custGeom>
                <a:rect b="b" l="l" r="r" t="t"/>
                <a:pathLst>
                  <a:path extrusionOk="0" h="4847" w="10013">
                    <a:moveTo>
                      <a:pt x="2307" y="1"/>
                    </a:moveTo>
                    <a:cubicBezTo>
                      <a:pt x="1797" y="278"/>
                      <a:pt x="1314" y="639"/>
                      <a:pt x="861" y="1080"/>
                    </a:cubicBezTo>
                    <a:cubicBezTo>
                      <a:pt x="495" y="1438"/>
                      <a:pt x="209" y="1791"/>
                      <a:pt x="1" y="2082"/>
                    </a:cubicBezTo>
                    <a:cubicBezTo>
                      <a:pt x="209" y="2371"/>
                      <a:pt x="495" y="2729"/>
                      <a:pt x="861" y="3084"/>
                    </a:cubicBezTo>
                    <a:cubicBezTo>
                      <a:pt x="2057" y="4256"/>
                      <a:pt x="3451" y="4847"/>
                      <a:pt x="5005" y="4847"/>
                    </a:cubicBezTo>
                    <a:cubicBezTo>
                      <a:pt x="6560" y="4847"/>
                      <a:pt x="7953" y="4256"/>
                      <a:pt x="9152" y="3084"/>
                    </a:cubicBezTo>
                    <a:cubicBezTo>
                      <a:pt x="9516" y="2729"/>
                      <a:pt x="9804" y="2374"/>
                      <a:pt x="10013" y="2082"/>
                    </a:cubicBezTo>
                    <a:cubicBezTo>
                      <a:pt x="9804" y="1794"/>
                      <a:pt x="9516" y="1438"/>
                      <a:pt x="9152" y="1080"/>
                    </a:cubicBezTo>
                    <a:cubicBezTo>
                      <a:pt x="8697" y="636"/>
                      <a:pt x="8217" y="275"/>
                      <a:pt x="7706" y="1"/>
                    </a:cubicBezTo>
                    <a:lnTo>
                      <a:pt x="7706" y="978"/>
                    </a:lnTo>
                    <a:cubicBezTo>
                      <a:pt x="7706" y="2465"/>
                      <a:pt x="6496" y="3676"/>
                      <a:pt x="5005" y="3676"/>
                    </a:cubicBezTo>
                    <a:cubicBezTo>
                      <a:pt x="3518" y="3676"/>
                      <a:pt x="2307" y="2465"/>
                      <a:pt x="2307" y="978"/>
                    </a:cubicBezTo>
                    <a:lnTo>
                      <a:pt x="23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2"/>
              <p:cNvSpPr/>
              <p:nvPr/>
            </p:nvSpPr>
            <p:spPr>
              <a:xfrm>
                <a:off x="4614200" y="818225"/>
                <a:ext cx="292050" cy="211175"/>
              </a:xfrm>
              <a:custGeom>
                <a:rect b="b" l="l" r="r" t="t"/>
                <a:pathLst>
                  <a:path extrusionOk="0" h="8447" w="11682">
                    <a:moveTo>
                      <a:pt x="4184" y="8444"/>
                    </a:moveTo>
                    <a:cubicBezTo>
                      <a:pt x="4183" y="8445"/>
                      <a:pt x="4182" y="8446"/>
                      <a:pt x="4181" y="8447"/>
                    </a:cubicBezTo>
                    <a:lnTo>
                      <a:pt x="4184" y="8447"/>
                    </a:lnTo>
                    <a:lnTo>
                      <a:pt x="4184" y="8444"/>
                    </a:lnTo>
                    <a:close/>
                    <a:moveTo>
                      <a:pt x="1" y="0"/>
                    </a:moveTo>
                    <a:lnTo>
                      <a:pt x="1" y="3317"/>
                    </a:lnTo>
                    <a:lnTo>
                      <a:pt x="4184" y="3317"/>
                    </a:lnTo>
                    <a:lnTo>
                      <a:pt x="4184" y="8444"/>
                    </a:lnTo>
                    <a:lnTo>
                      <a:pt x="4184" y="8444"/>
                    </a:lnTo>
                    <a:cubicBezTo>
                      <a:pt x="4641" y="8090"/>
                      <a:pt x="5215" y="7875"/>
                      <a:pt x="5838" y="7875"/>
                    </a:cubicBezTo>
                    <a:cubicBezTo>
                      <a:pt x="6463" y="7875"/>
                      <a:pt x="7040" y="8091"/>
                      <a:pt x="7498" y="8447"/>
                    </a:cubicBezTo>
                    <a:lnTo>
                      <a:pt x="7498" y="3317"/>
                    </a:lnTo>
                    <a:lnTo>
                      <a:pt x="11681" y="3317"/>
                    </a:lnTo>
                    <a:lnTo>
                      <a:pt x="1168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2"/>
              <p:cNvSpPr/>
              <p:nvPr/>
            </p:nvSpPr>
            <p:spPr>
              <a:xfrm>
                <a:off x="4718725" y="1041100"/>
                <a:ext cx="82950" cy="82950"/>
              </a:xfrm>
              <a:custGeom>
                <a:rect b="b" l="l" r="r" t="t"/>
                <a:pathLst>
                  <a:path extrusionOk="0" h="3318" w="3318">
                    <a:moveTo>
                      <a:pt x="1657" y="1"/>
                    </a:moveTo>
                    <a:cubicBezTo>
                      <a:pt x="741" y="1"/>
                      <a:pt x="0" y="745"/>
                      <a:pt x="0" y="1658"/>
                    </a:cubicBezTo>
                    <a:cubicBezTo>
                      <a:pt x="0" y="2574"/>
                      <a:pt x="741" y="3318"/>
                      <a:pt x="1657" y="3318"/>
                    </a:cubicBezTo>
                    <a:cubicBezTo>
                      <a:pt x="2573" y="3318"/>
                      <a:pt x="3317" y="2574"/>
                      <a:pt x="3317" y="1658"/>
                    </a:cubicBezTo>
                    <a:cubicBezTo>
                      <a:pt x="3317" y="745"/>
                      <a:pt x="2573" y="1"/>
                      <a:pt x="16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8" name="Google Shape;488;p42"/>
          <p:cNvGrpSpPr/>
          <p:nvPr/>
        </p:nvGrpSpPr>
        <p:grpSpPr>
          <a:xfrm>
            <a:off x="1025892" y="1639974"/>
            <a:ext cx="805671" cy="732499"/>
            <a:chOff x="1581531" y="1212150"/>
            <a:chExt cx="777600" cy="777600"/>
          </a:xfrm>
        </p:grpSpPr>
        <p:sp>
          <p:nvSpPr>
            <p:cNvPr id="489" name="Google Shape;489;p42"/>
            <p:cNvSpPr/>
            <p:nvPr/>
          </p:nvSpPr>
          <p:spPr>
            <a:xfrm>
              <a:off x="1581531" y="12121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0" name="Google Shape;490;p42"/>
            <p:cNvGrpSpPr/>
            <p:nvPr/>
          </p:nvGrpSpPr>
          <p:grpSpPr>
            <a:xfrm>
              <a:off x="1748269" y="1406500"/>
              <a:ext cx="444125" cy="388900"/>
              <a:chOff x="1609725" y="1475850"/>
              <a:chExt cx="444125" cy="388900"/>
            </a:xfrm>
          </p:grpSpPr>
          <p:sp>
            <p:nvSpPr>
              <p:cNvPr id="491" name="Google Shape;491;p42"/>
              <p:cNvSpPr/>
              <p:nvPr/>
            </p:nvSpPr>
            <p:spPr>
              <a:xfrm>
                <a:off x="1609725" y="1475850"/>
                <a:ext cx="444125" cy="278350"/>
              </a:xfrm>
              <a:custGeom>
                <a:rect b="b" l="l" r="r" t="t"/>
                <a:pathLst>
                  <a:path extrusionOk="0" h="11134" w="17765">
                    <a:moveTo>
                      <a:pt x="1660" y="0"/>
                    </a:moveTo>
                    <a:cubicBezTo>
                      <a:pt x="744" y="0"/>
                      <a:pt x="0" y="744"/>
                      <a:pt x="0" y="1658"/>
                    </a:cubicBezTo>
                    <a:lnTo>
                      <a:pt x="0" y="9474"/>
                    </a:lnTo>
                    <a:cubicBezTo>
                      <a:pt x="0" y="10390"/>
                      <a:pt x="744" y="11131"/>
                      <a:pt x="1660" y="11131"/>
                    </a:cubicBezTo>
                    <a:lnTo>
                      <a:pt x="3420" y="11131"/>
                    </a:lnTo>
                    <a:cubicBezTo>
                      <a:pt x="3420" y="10395"/>
                      <a:pt x="3564" y="9677"/>
                      <a:pt x="3850" y="9005"/>
                    </a:cubicBezTo>
                    <a:cubicBezTo>
                      <a:pt x="3942" y="8786"/>
                      <a:pt x="4050" y="8572"/>
                      <a:pt x="4170" y="8366"/>
                    </a:cubicBezTo>
                    <a:lnTo>
                      <a:pt x="2768" y="8366"/>
                    </a:lnTo>
                    <a:lnTo>
                      <a:pt x="2768" y="2765"/>
                    </a:lnTo>
                    <a:lnTo>
                      <a:pt x="15003" y="2765"/>
                    </a:lnTo>
                    <a:lnTo>
                      <a:pt x="15003" y="8369"/>
                    </a:lnTo>
                    <a:lnTo>
                      <a:pt x="13599" y="8369"/>
                    </a:lnTo>
                    <a:cubicBezTo>
                      <a:pt x="13721" y="8575"/>
                      <a:pt x="13823" y="8786"/>
                      <a:pt x="13918" y="9008"/>
                    </a:cubicBezTo>
                    <a:cubicBezTo>
                      <a:pt x="14204" y="9682"/>
                      <a:pt x="14348" y="10398"/>
                      <a:pt x="14348" y="11134"/>
                    </a:cubicBezTo>
                    <a:lnTo>
                      <a:pt x="16108" y="11134"/>
                    </a:lnTo>
                    <a:cubicBezTo>
                      <a:pt x="17024" y="11134"/>
                      <a:pt x="17765" y="10393"/>
                      <a:pt x="17765" y="9477"/>
                    </a:cubicBezTo>
                    <a:lnTo>
                      <a:pt x="17765" y="1660"/>
                    </a:lnTo>
                    <a:cubicBezTo>
                      <a:pt x="17765" y="744"/>
                      <a:pt x="17024" y="0"/>
                      <a:pt x="161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2"/>
              <p:cNvSpPr/>
              <p:nvPr/>
            </p:nvSpPr>
            <p:spPr>
              <a:xfrm>
                <a:off x="1721250" y="1643500"/>
                <a:ext cx="221175" cy="221250"/>
              </a:xfrm>
              <a:custGeom>
                <a:rect b="b" l="l" r="r" t="t"/>
                <a:pathLst>
                  <a:path extrusionOk="0" h="8850" w="8847">
                    <a:moveTo>
                      <a:pt x="4422" y="2768"/>
                    </a:moveTo>
                    <a:cubicBezTo>
                      <a:pt x="5338" y="2768"/>
                      <a:pt x="6082" y="3509"/>
                      <a:pt x="6082" y="4425"/>
                    </a:cubicBezTo>
                    <a:cubicBezTo>
                      <a:pt x="6082" y="5341"/>
                      <a:pt x="5338" y="6085"/>
                      <a:pt x="4422" y="6085"/>
                    </a:cubicBezTo>
                    <a:cubicBezTo>
                      <a:pt x="3506" y="6085"/>
                      <a:pt x="2765" y="5341"/>
                      <a:pt x="2765" y="4425"/>
                    </a:cubicBezTo>
                    <a:cubicBezTo>
                      <a:pt x="2765" y="3509"/>
                      <a:pt x="3506" y="2768"/>
                      <a:pt x="4422" y="2768"/>
                    </a:cubicBezTo>
                    <a:close/>
                    <a:moveTo>
                      <a:pt x="4422" y="1"/>
                    </a:moveTo>
                    <a:cubicBezTo>
                      <a:pt x="1979" y="1"/>
                      <a:pt x="0" y="1982"/>
                      <a:pt x="0" y="4425"/>
                    </a:cubicBezTo>
                    <a:cubicBezTo>
                      <a:pt x="0" y="6868"/>
                      <a:pt x="1979" y="8849"/>
                      <a:pt x="4422" y="8849"/>
                    </a:cubicBezTo>
                    <a:cubicBezTo>
                      <a:pt x="6864" y="8849"/>
                      <a:pt x="8846" y="6868"/>
                      <a:pt x="8846" y="4425"/>
                    </a:cubicBezTo>
                    <a:cubicBezTo>
                      <a:pt x="8846" y="1982"/>
                      <a:pt x="6864" y="1"/>
                      <a:pt x="44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3"/>
          <p:cNvSpPr txBox="1"/>
          <p:nvPr>
            <p:ph idx="8" type="title"/>
          </p:nvPr>
        </p:nvSpPr>
        <p:spPr>
          <a:xfrm>
            <a:off x="110500" y="445025"/>
            <a:ext cx="8609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Painting from Part solution</a:t>
            </a:r>
            <a:endParaRPr/>
          </a:p>
        </p:txBody>
      </p:sp>
      <p:sp>
        <p:nvSpPr>
          <p:cNvPr id="498" name="Google Shape;498;p43"/>
          <p:cNvSpPr txBox="1"/>
          <p:nvPr>
            <p:ph type="title"/>
          </p:nvPr>
        </p:nvSpPr>
        <p:spPr>
          <a:xfrm>
            <a:off x="50225" y="1185425"/>
            <a:ext cx="6700500" cy="37368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Font typeface="Monda"/>
              <a:buChar char="●"/>
            </a:pPr>
            <a:r>
              <a:rPr lang="en" sz="2400">
                <a:latin typeface="Monda"/>
                <a:ea typeface="Monda"/>
                <a:cs typeface="Monda"/>
                <a:sym typeface="Monda"/>
              </a:rPr>
              <a:t>Ability to generate complete images </a:t>
            </a:r>
            <a:endParaRPr sz="2400">
              <a:latin typeface="Monda"/>
              <a:ea typeface="Monda"/>
              <a:cs typeface="Monda"/>
              <a:sym typeface="Monda"/>
            </a:endParaRPr>
          </a:p>
          <a:p>
            <a:pPr indent="457200" lvl="0" marL="0" rtl="0" algn="l">
              <a:spcBef>
                <a:spcPts val="0"/>
              </a:spcBef>
              <a:spcAft>
                <a:spcPts val="0"/>
              </a:spcAft>
              <a:buNone/>
            </a:pPr>
            <a:r>
              <a:rPr lang="en" sz="2400">
                <a:latin typeface="Monda"/>
                <a:ea typeface="Monda"/>
                <a:cs typeface="Monda"/>
                <a:sym typeface="Monda"/>
              </a:rPr>
              <a:t>from irregular shaped parts</a:t>
            </a:r>
            <a:endParaRPr sz="2400">
              <a:latin typeface="Monda"/>
              <a:ea typeface="Monda"/>
              <a:cs typeface="Monda"/>
              <a:sym typeface="Monda"/>
            </a:endParaRPr>
          </a:p>
          <a:p>
            <a:pPr indent="457200" lvl="0" marL="0" rtl="0" algn="l">
              <a:spcBef>
                <a:spcPts val="0"/>
              </a:spcBef>
              <a:spcAft>
                <a:spcPts val="0"/>
              </a:spcAft>
              <a:buNone/>
            </a:pPr>
            <a:r>
              <a:t/>
            </a:r>
            <a:endParaRPr sz="2400">
              <a:latin typeface="Monda"/>
              <a:ea typeface="Monda"/>
              <a:cs typeface="Monda"/>
              <a:sym typeface="Monda"/>
            </a:endParaRPr>
          </a:p>
          <a:p>
            <a:pPr indent="-381000" lvl="0" marL="457200" rtl="0" algn="l">
              <a:spcBef>
                <a:spcPts val="0"/>
              </a:spcBef>
              <a:spcAft>
                <a:spcPts val="0"/>
              </a:spcAft>
              <a:buSzPts val="2400"/>
              <a:buFont typeface="Monda"/>
              <a:buChar char="●"/>
            </a:pPr>
            <a:r>
              <a:rPr lang="en" sz="2400">
                <a:latin typeface="Monda"/>
                <a:ea typeface="Monda"/>
                <a:cs typeface="Monda"/>
                <a:sym typeface="Monda"/>
              </a:rPr>
              <a:t>Utilization of the given part, a mask </a:t>
            </a:r>
            <a:endParaRPr sz="2400">
              <a:latin typeface="Monda"/>
              <a:ea typeface="Monda"/>
              <a:cs typeface="Monda"/>
              <a:sym typeface="Monda"/>
            </a:endParaRPr>
          </a:p>
          <a:p>
            <a:pPr indent="0" lvl="0" marL="457200" rtl="0" algn="l">
              <a:spcBef>
                <a:spcPts val="0"/>
              </a:spcBef>
              <a:spcAft>
                <a:spcPts val="0"/>
              </a:spcAft>
              <a:buNone/>
            </a:pPr>
            <a:r>
              <a:rPr lang="en" sz="2400">
                <a:latin typeface="Monda"/>
                <a:ea typeface="Monda"/>
                <a:cs typeface="Monda"/>
                <a:sym typeface="Monda"/>
              </a:rPr>
              <a:t>and random noise from a standard </a:t>
            </a:r>
            <a:endParaRPr sz="2400">
              <a:latin typeface="Monda"/>
              <a:ea typeface="Monda"/>
              <a:cs typeface="Monda"/>
              <a:sym typeface="Monda"/>
            </a:endParaRPr>
          </a:p>
          <a:p>
            <a:pPr indent="0" lvl="0" marL="457200" rtl="0" algn="l">
              <a:spcBef>
                <a:spcPts val="0"/>
              </a:spcBef>
              <a:spcAft>
                <a:spcPts val="0"/>
              </a:spcAft>
              <a:buNone/>
            </a:pPr>
            <a:r>
              <a:rPr lang="en" sz="2400">
                <a:latin typeface="Monda"/>
                <a:ea typeface="Monda"/>
                <a:cs typeface="Monda"/>
                <a:sym typeface="Monda"/>
              </a:rPr>
              <a:t>normal distribution </a:t>
            </a:r>
            <a:endParaRPr sz="2400">
              <a:latin typeface="Monda"/>
              <a:ea typeface="Monda"/>
              <a:cs typeface="Monda"/>
              <a:sym typeface="Monda"/>
            </a:endParaRPr>
          </a:p>
          <a:p>
            <a:pPr indent="0" lvl="0" marL="457200" rtl="0" algn="l">
              <a:spcBef>
                <a:spcPts val="0"/>
              </a:spcBef>
              <a:spcAft>
                <a:spcPts val="0"/>
              </a:spcAft>
              <a:buNone/>
            </a:pPr>
            <a:r>
              <a:t/>
            </a:r>
            <a:endParaRPr sz="2400">
              <a:latin typeface="Monda"/>
              <a:ea typeface="Monda"/>
              <a:cs typeface="Monda"/>
              <a:sym typeface="Monda"/>
            </a:endParaRPr>
          </a:p>
          <a:p>
            <a:pPr indent="-381000" lvl="0" marL="457200" rtl="0" algn="l">
              <a:spcBef>
                <a:spcPts val="0"/>
              </a:spcBef>
              <a:spcAft>
                <a:spcPts val="0"/>
              </a:spcAft>
              <a:buSzPts val="2400"/>
              <a:buFont typeface="Monda"/>
              <a:buChar char="●"/>
            </a:pPr>
            <a:r>
              <a:rPr lang="en" sz="2400">
                <a:latin typeface="Monda"/>
                <a:ea typeface="Monda"/>
                <a:cs typeface="Monda"/>
                <a:sym typeface="Monda"/>
              </a:rPr>
              <a:t>Novel network architecture based </a:t>
            </a:r>
            <a:endParaRPr sz="2400">
              <a:latin typeface="Monda"/>
              <a:ea typeface="Monda"/>
              <a:cs typeface="Monda"/>
              <a:sym typeface="Monda"/>
            </a:endParaRPr>
          </a:p>
          <a:p>
            <a:pPr indent="0" lvl="0" marL="457200" rtl="0" algn="l">
              <a:spcBef>
                <a:spcPts val="0"/>
              </a:spcBef>
              <a:spcAft>
                <a:spcPts val="0"/>
              </a:spcAft>
              <a:buNone/>
            </a:pPr>
            <a:r>
              <a:rPr lang="en" sz="2400">
                <a:latin typeface="Monda"/>
                <a:ea typeface="Monda"/>
                <a:cs typeface="Monda"/>
                <a:sym typeface="Monda"/>
              </a:rPr>
              <a:t>On Generative Adversarial Networks</a:t>
            </a:r>
            <a:endParaRPr sz="2400">
              <a:latin typeface="Monda"/>
              <a:ea typeface="Monda"/>
              <a:cs typeface="Monda"/>
              <a:sym typeface="Monda"/>
            </a:endParaRPr>
          </a:p>
          <a:p>
            <a:pPr indent="457200" lvl="0" marL="0" rtl="0" algn="l">
              <a:spcBef>
                <a:spcPts val="0"/>
              </a:spcBef>
              <a:spcAft>
                <a:spcPts val="0"/>
              </a:spcAft>
              <a:buNone/>
            </a:pPr>
            <a:r>
              <a:t/>
            </a:r>
            <a:endParaRPr sz="2400">
              <a:latin typeface="Monda"/>
              <a:ea typeface="Monda"/>
              <a:cs typeface="Monda"/>
              <a:sym typeface="Mond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4"/>
          <p:cNvSpPr txBox="1"/>
          <p:nvPr>
            <p:ph type="title"/>
          </p:nvPr>
        </p:nvSpPr>
        <p:spPr>
          <a:xfrm>
            <a:off x="2477250" y="880875"/>
            <a:ext cx="5716200" cy="176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Phases of Part-Painting</a:t>
            </a:r>
            <a:endParaRPr/>
          </a:p>
        </p:txBody>
      </p:sp>
      <p:sp>
        <p:nvSpPr>
          <p:cNvPr id="504" name="Google Shape;504;p44"/>
          <p:cNvSpPr/>
          <p:nvPr/>
        </p:nvSpPr>
        <p:spPr>
          <a:xfrm>
            <a:off x="2331700" y="2723100"/>
            <a:ext cx="1841400" cy="1841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4"/>
          <p:cNvSpPr txBox="1"/>
          <p:nvPr>
            <p:ph idx="2" type="title"/>
          </p:nvPr>
        </p:nvSpPr>
        <p:spPr>
          <a:xfrm>
            <a:off x="2338000" y="3133500"/>
            <a:ext cx="18288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5"/>
          <p:cNvSpPr/>
          <p:nvPr/>
        </p:nvSpPr>
        <p:spPr>
          <a:xfrm>
            <a:off x="6015338" y="1808838"/>
            <a:ext cx="777600" cy="7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5"/>
          <p:cNvSpPr/>
          <p:nvPr/>
        </p:nvSpPr>
        <p:spPr>
          <a:xfrm>
            <a:off x="3486763" y="1816275"/>
            <a:ext cx="777600" cy="7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5"/>
          <p:cNvSpPr txBox="1"/>
          <p:nvPr>
            <p:ph idx="6"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Steps of the process</a:t>
            </a:r>
            <a:endParaRPr/>
          </a:p>
        </p:txBody>
      </p:sp>
      <p:sp>
        <p:nvSpPr>
          <p:cNvPr id="513" name="Google Shape;513;p45"/>
          <p:cNvSpPr txBox="1"/>
          <p:nvPr>
            <p:ph type="title"/>
          </p:nvPr>
        </p:nvSpPr>
        <p:spPr>
          <a:xfrm>
            <a:off x="851200" y="2719656"/>
            <a:ext cx="2490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Part-noise</a:t>
            </a:r>
            <a:endParaRPr/>
          </a:p>
          <a:p>
            <a:pPr indent="0" lvl="0" marL="0" rtl="0" algn="l">
              <a:spcBef>
                <a:spcPts val="0"/>
              </a:spcBef>
              <a:spcAft>
                <a:spcPts val="0"/>
              </a:spcAft>
              <a:buNone/>
            </a:pPr>
            <a:r>
              <a:rPr lang="en"/>
              <a:t>Restarting</a:t>
            </a:r>
            <a:endParaRPr/>
          </a:p>
        </p:txBody>
      </p:sp>
      <p:sp>
        <p:nvSpPr>
          <p:cNvPr id="514" name="Google Shape;514;p45"/>
          <p:cNvSpPr txBox="1"/>
          <p:nvPr>
            <p:ph idx="1" type="subTitle"/>
          </p:nvPr>
        </p:nvSpPr>
        <p:spPr>
          <a:xfrm>
            <a:off x="851200" y="3779775"/>
            <a:ext cx="2490000" cy="91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system is restarted in the beginning in order to adjust normally distributed part-noise.</a:t>
            </a:r>
            <a:endParaRPr/>
          </a:p>
        </p:txBody>
      </p:sp>
      <p:sp>
        <p:nvSpPr>
          <p:cNvPr id="515" name="Google Shape;515;p45"/>
          <p:cNvSpPr txBox="1"/>
          <p:nvPr>
            <p:ph idx="2" type="title"/>
          </p:nvPr>
        </p:nvSpPr>
        <p:spPr>
          <a:xfrm>
            <a:off x="3392600" y="2719656"/>
            <a:ext cx="2490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Part-feature Repainting</a:t>
            </a:r>
            <a:endParaRPr/>
          </a:p>
        </p:txBody>
      </p:sp>
      <p:sp>
        <p:nvSpPr>
          <p:cNvPr id="516" name="Google Shape;516;p45"/>
          <p:cNvSpPr txBox="1"/>
          <p:nvPr>
            <p:ph idx="3" type="subTitle"/>
          </p:nvPr>
        </p:nvSpPr>
        <p:spPr>
          <a:xfrm>
            <a:off x="3320226" y="3779775"/>
            <a:ext cx="2490000" cy="91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process repaints the generated characteristics using feature transferring methods.</a:t>
            </a:r>
            <a:endParaRPr/>
          </a:p>
        </p:txBody>
      </p:sp>
      <p:sp>
        <p:nvSpPr>
          <p:cNvPr id="517" name="Google Shape;517;p45"/>
          <p:cNvSpPr txBox="1"/>
          <p:nvPr>
            <p:ph idx="4" type="title"/>
          </p:nvPr>
        </p:nvSpPr>
        <p:spPr>
          <a:xfrm>
            <a:off x="5933999" y="2719656"/>
            <a:ext cx="2490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Part-patch Refining</a:t>
            </a:r>
            <a:endParaRPr/>
          </a:p>
        </p:txBody>
      </p:sp>
      <p:sp>
        <p:nvSpPr>
          <p:cNvPr id="518" name="Google Shape;518;p45"/>
          <p:cNvSpPr txBox="1"/>
          <p:nvPr>
            <p:ph idx="5" type="subTitle"/>
          </p:nvPr>
        </p:nvSpPr>
        <p:spPr>
          <a:xfrm>
            <a:off x="5934000" y="3779775"/>
            <a:ext cx="2490000" cy="91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application makes the resulted image clearer by connecting the similar parts.</a:t>
            </a:r>
            <a:endParaRPr/>
          </a:p>
        </p:txBody>
      </p:sp>
      <p:sp>
        <p:nvSpPr>
          <p:cNvPr id="519" name="Google Shape;519;p45"/>
          <p:cNvSpPr/>
          <p:nvPr/>
        </p:nvSpPr>
        <p:spPr>
          <a:xfrm>
            <a:off x="958188" y="1816288"/>
            <a:ext cx="777600" cy="77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45"/>
          <p:cNvGrpSpPr/>
          <p:nvPr/>
        </p:nvGrpSpPr>
        <p:grpSpPr>
          <a:xfrm>
            <a:off x="1152563" y="1983025"/>
            <a:ext cx="388825" cy="444125"/>
            <a:chOff x="995050" y="780475"/>
            <a:chExt cx="388825" cy="444125"/>
          </a:xfrm>
        </p:grpSpPr>
        <p:sp>
          <p:nvSpPr>
            <p:cNvPr id="521" name="Google Shape;521;p45"/>
            <p:cNvSpPr/>
            <p:nvPr/>
          </p:nvSpPr>
          <p:spPr>
            <a:xfrm>
              <a:off x="995050" y="780475"/>
              <a:ext cx="278350" cy="444125"/>
            </a:xfrm>
            <a:custGeom>
              <a:rect b="b" l="l" r="r" t="t"/>
              <a:pathLst>
                <a:path extrusionOk="0" h="17765" w="11134">
                  <a:moveTo>
                    <a:pt x="0" y="0"/>
                  </a:moveTo>
                  <a:lnTo>
                    <a:pt x="0" y="17765"/>
                  </a:lnTo>
                  <a:lnTo>
                    <a:pt x="11131" y="17765"/>
                  </a:lnTo>
                  <a:lnTo>
                    <a:pt x="11131" y="16596"/>
                  </a:lnTo>
                  <a:lnTo>
                    <a:pt x="4525" y="16596"/>
                  </a:lnTo>
                  <a:lnTo>
                    <a:pt x="4525" y="14448"/>
                  </a:lnTo>
                  <a:lnTo>
                    <a:pt x="3320" y="14448"/>
                  </a:lnTo>
                  <a:lnTo>
                    <a:pt x="3320" y="3317"/>
                  </a:lnTo>
                  <a:lnTo>
                    <a:pt x="7817" y="3317"/>
                  </a:lnTo>
                  <a:lnTo>
                    <a:pt x="7817" y="4486"/>
                  </a:lnTo>
                  <a:lnTo>
                    <a:pt x="11134" y="4486"/>
                  </a:lnTo>
                  <a:lnTo>
                    <a:pt x="111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5"/>
            <p:cNvSpPr/>
            <p:nvPr/>
          </p:nvSpPr>
          <p:spPr>
            <a:xfrm>
              <a:off x="1134175" y="918625"/>
              <a:ext cx="249700" cy="250600"/>
            </a:xfrm>
            <a:custGeom>
              <a:rect b="b" l="l" r="r" t="t"/>
              <a:pathLst>
                <a:path extrusionOk="0" h="10024" w="9988">
                  <a:moveTo>
                    <a:pt x="6671" y="3318"/>
                  </a:moveTo>
                  <a:lnTo>
                    <a:pt x="6671" y="6684"/>
                  </a:lnTo>
                  <a:lnTo>
                    <a:pt x="3315" y="6684"/>
                  </a:lnTo>
                  <a:lnTo>
                    <a:pt x="3315" y="3318"/>
                  </a:lnTo>
                  <a:close/>
                  <a:moveTo>
                    <a:pt x="1" y="1"/>
                  </a:moveTo>
                  <a:lnTo>
                    <a:pt x="1" y="10024"/>
                  </a:lnTo>
                  <a:lnTo>
                    <a:pt x="9988" y="10024"/>
                  </a:lnTo>
                  <a:lnTo>
                    <a:pt x="998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 name="Google Shape;523;p45"/>
          <p:cNvGrpSpPr/>
          <p:nvPr/>
        </p:nvGrpSpPr>
        <p:grpSpPr>
          <a:xfrm>
            <a:off x="3653413" y="1982988"/>
            <a:ext cx="444275" cy="444175"/>
            <a:chOff x="1581625" y="805175"/>
            <a:chExt cx="444275" cy="444175"/>
          </a:xfrm>
        </p:grpSpPr>
        <p:sp>
          <p:nvSpPr>
            <p:cNvPr id="524" name="Google Shape;524;p45"/>
            <p:cNvSpPr/>
            <p:nvPr/>
          </p:nvSpPr>
          <p:spPr>
            <a:xfrm>
              <a:off x="1820600" y="879150"/>
              <a:ext cx="205300" cy="200150"/>
            </a:xfrm>
            <a:custGeom>
              <a:rect b="b" l="l" r="r" t="t"/>
              <a:pathLst>
                <a:path extrusionOk="0" h="8006" w="8212">
                  <a:moveTo>
                    <a:pt x="2083" y="0"/>
                  </a:moveTo>
                  <a:cubicBezTo>
                    <a:pt x="1933" y="583"/>
                    <a:pt x="1744" y="1158"/>
                    <a:pt x="1508" y="1716"/>
                  </a:cubicBezTo>
                  <a:cubicBezTo>
                    <a:pt x="1114" y="2645"/>
                    <a:pt x="609" y="3511"/>
                    <a:pt x="1" y="4311"/>
                  </a:cubicBezTo>
                  <a:cubicBezTo>
                    <a:pt x="2010" y="6576"/>
                    <a:pt x="4942" y="8005"/>
                    <a:pt x="8211" y="8005"/>
                  </a:cubicBezTo>
                  <a:lnTo>
                    <a:pt x="8211" y="3842"/>
                  </a:lnTo>
                  <a:cubicBezTo>
                    <a:pt x="5511" y="3842"/>
                    <a:pt x="3182" y="2274"/>
                    <a:pt x="20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5"/>
            <p:cNvSpPr/>
            <p:nvPr/>
          </p:nvSpPr>
          <p:spPr>
            <a:xfrm>
              <a:off x="1708750" y="1076525"/>
              <a:ext cx="189675" cy="172825"/>
            </a:xfrm>
            <a:custGeom>
              <a:rect b="b" l="l" r="r" t="t"/>
              <a:pathLst>
                <a:path extrusionOk="0" h="6913" w="7587">
                  <a:moveTo>
                    <a:pt x="3794" y="1"/>
                  </a:moveTo>
                  <a:cubicBezTo>
                    <a:pt x="2910" y="1"/>
                    <a:pt x="2025" y="338"/>
                    <a:pt x="1349" y="1012"/>
                  </a:cubicBezTo>
                  <a:cubicBezTo>
                    <a:pt x="0" y="2361"/>
                    <a:pt x="0" y="4551"/>
                    <a:pt x="1349" y="5900"/>
                  </a:cubicBezTo>
                  <a:cubicBezTo>
                    <a:pt x="2025" y="6575"/>
                    <a:pt x="2910" y="6912"/>
                    <a:pt x="3794" y="6912"/>
                  </a:cubicBezTo>
                  <a:cubicBezTo>
                    <a:pt x="4679" y="6912"/>
                    <a:pt x="5563" y="6575"/>
                    <a:pt x="6237" y="5900"/>
                  </a:cubicBezTo>
                  <a:cubicBezTo>
                    <a:pt x="7586" y="4551"/>
                    <a:pt x="7586" y="2361"/>
                    <a:pt x="6237" y="1012"/>
                  </a:cubicBezTo>
                  <a:cubicBezTo>
                    <a:pt x="5563" y="338"/>
                    <a:pt x="4679" y="1"/>
                    <a:pt x="37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5"/>
            <p:cNvSpPr/>
            <p:nvPr/>
          </p:nvSpPr>
          <p:spPr>
            <a:xfrm>
              <a:off x="1581625" y="805175"/>
              <a:ext cx="114800" cy="114800"/>
            </a:xfrm>
            <a:custGeom>
              <a:rect b="b" l="l" r="r" t="t"/>
              <a:pathLst>
                <a:path extrusionOk="0" h="4592" w="4592">
                  <a:moveTo>
                    <a:pt x="0" y="0"/>
                  </a:moveTo>
                  <a:lnTo>
                    <a:pt x="0" y="4591"/>
                  </a:lnTo>
                  <a:cubicBezTo>
                    <a:pt x="2537" y="4591"/>
                    <a:pt x="4591" y="2537"/>
                    <a:pt x="45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5"/>
            <p:cNvSpPr/>
            <p:nvPr/>
          </p:nvSpPr>
          <p:spPr>
            <a:xfrm>
              <a:off x="1911025" y="805175"/>
              <a:ext cx="114725" cy="114800"/>
            </a:xfrm>
            <a:custGeom>
              <a:rect b="b" l="l" r="r" t="t"/>
              <a:pathLst>
                <a:path extrusionOk="0" h="4592" w="4589">
                  <a:moveTo>
                    <a:pt x="1" y="0"/>
                  </a:moveTo>
                  <a:cubicBezTo>
                    <a:pt x="1" y="2535"/>
                    <a:pt x="2055" y="4591"/>
                    <a:pt x="4589" y="4591"/>
                  </a:cubicBezTo>
                  <a:lnTo>
                    <a:pt x="458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5"/>
            <p:cNvSpPr/>
            <p:nvPr/>
          </p:nvSpPr>
          <p:spPr>
            <a:xfrm>
              <a:off x="1581625" y="805175"/>
              <a:ext cx="274125" cy="274125"/>
            </a:xfrm>
            <a:custGeom>
              <a:rect b="b" l="l" r="r" t="t"/>
              <a:pathLst>
                <a:path extrusionOk="0" h="10965" w="10965">
                  <a:moveTo>
                    <a:pt x="6801" y="0"/>
                  </a:moveTo>
                  <a:cubicBezTo>
                    <a:pt x="6801" y="3756"/>
                    <a:pt x="3756" y="6801"/>
                    <a:pt x="0" y="6801"/>
                  </a:cubicBezTo>
                  <a:lnTo>
                    <a:pt x="0" y="10964"/>
                  </a:lnTo>
                  <a:cubicBezTo>
                    <a:pt x="6057" y="10964"/>
                    <a:pt x="10964" y="6060"/>
                    <a:pt x="109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45"/>
          <p:cNvGrpSpPr/>
          <p:nvPr/>
        </p:nvGrpSpPr>
        <p:grpSpPr>
          <a:xfrm>
            <a:off x="6209738" y="1975563"/>
            <a:ext cx="444075" cy="444150"/>
            <a:chOff x="2815275" y="807875"/>
            <a:chExt cx="444075" cy="444150"/>
          </a:xfrm>
        </p:grpSpPr>
        <p:sp>
          <p:nvSpPr>
            <p:cNvPr id="530" name="Google Shape;530;p45"/>
            <p:cNvSpPr/>
            <p:nvPr/>
          </p:nvSpPr>
          <p:spPr>
            <a:xfrm>
              <a:off x="2815275" y="807875"/>
              <a:ext cx="82950" cy="82950"/>
            </a:xfrm>
            <a:custGeom>
              <a:rect b="b" l="l" r="r" t="t"/>
              <a:pathLst>
                <a:path extrusionOk="0" h="3318" w="3318">
                  <a:moveTo>
                    <a:pt x="1" y="1"/>
                  </a:moveTo>
                  <a:lnTo>
                    <a:pt x="1" y="3318"/>
                  </a:lnTo>
                  <a:lnTo>
                    <a:pt x="3318" y="3318"/>
                  </a:lnTo>
                  <a:lnTo>
                    <a:pt x="33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5"/>
            <p:cNvSpPr/>
            <p:nvPr/>
          </p:nvSpPr>
          <p:spPr>
            <a:xfrm>
              <a:off x="2953450" y="807875"/>
              <a:ext cx="82950" cy="82950"/>
            </a:xfrm>
            <a:custGeom>
              <a:rect b="b" l="l" r="r" t="t"/>
              <a:pathLst>
                <a:path extrusionOk="0" h="3318" w="3318">
                  <a:moveTo>
                    <a:pt x="0" y="1"/>
                  </a:moveTo>
                  <a:lnTo>
                    <a:pt x="0" y="3318"/>
                  </a:lnTo>
                  <a:lnTo>
                    <a:pt x="3317" y="3318"/>
                  </a:lnTo>
                  <a:lnTo>
                    <a:pt x="33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5"/>
            <p:cNvSpPr/>
            <p:nvPr/>
          </p:nvSpPr>
          <p:spPr>
            <a:xfrm>
              <a:off x="3091750" y="807875"/>
              <a:ext cx="82950" cy="82950"/>
            </a:xfrm>
            <a:custGeom>
              <a:rect b="b" l="l" r="r" t="t"/>
              <a:pathLst>
                <a:path extrusionOk="0" h="3318" w="3318">
                  <a:moveTo>
                    <a:pt x="0" y="1"/>
                  </a:moveTo>
                  <a:lnTo>
                    <a:pt x="0" y="3318"/>
                  </a:lnTo>
                  <a:lnTo>
                    <a:pt x="3317" y="3318"/>
                  </a:lnTo>
                  <a:lnTo>
                    <a:pt x="33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5"/>
            <p:cNvSpPr/>
            <p:nvPr/>
          </p:nvSpPr>
          <p:spPr>
            <a:xfrm>
              <a:off x="2815275" y="946025"/>
              <a:ext cx="82950" cy="82950"/>
            </a:xfrm>
            <a:custGeom>
              <a:rect b="b" l="l" r="r" t="t"/>
              <a:pathLst>
                <a:path extrusionOk="0" h="3318" w="3318">
                  <a:moveTo>
                    <a:pt x="1" y="1"/>
                  </a:moveTo>
                  <a:lnTo>
                    <a:pt x="1" y="3318"/>
                  </a:lnTo>
                  <a:lnTo>
                    <a:pt x="3318" y="3318"/>
                  </a:lnTo>
                  <a:lnTo>
                    <a:pt x="33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5"/>
            <p:cNvSpPr/>
            <p:nvPr/>
          </p:nvSpPr>
          <p:spPr>
            <a:xfrm>
              <a:off x="3091750" y="946025"/>
              <a:ext cx="82950" cy="29250"/>
            </a:xfrm>
            <a:custGeom>
              <a:rect b="b" l="l" r="r" t="t"/>
              <a:pathLst>
                <a:path extrusionOk="0" h="1170" w="3318">
                  <a:moveTo>
                    <a:pt x="0" y="1"/>
                  </a:moveTo>
                  <a:lnTo>
                    <a:pt x="0" y="1170"/>
                  </a:lnTo>
                  <a:lnTo>
                    <a:pt x="3317" y="1170"/>
                  </a:lnTo>
                  <a:lnTo>
                    <a:pt x="33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5"/>
            <p:cNvSpPr/>
            <p:nvPr/>
          </p:nvSpPr>
          <p:spPr>
            <a:xfrm>
              <a:off x="2815275" y="1084325"/>
              <a:ext cx="82950" cy="82950"/>
            </a:xfrm>
            <a:custGeom>
              <a:rect b="b" l="l" r="r" t="t"/>
              <a:pathLst>
                <a:path extrusionOk="0" h="3318" w="3318">
                  <a:moveTo>
                    <a:pt x="1" y="1"/>
                  </a:moveTo>
                  <a:lnTo>
                    <a:pt x="1" y="3318"/>
                  </a:lnTo>
                  <a:lnTo>
                    <a:pt x="3318" y="3318"/>
                  </a:lnTo>
                  <a:lnTo>
                    <a:pt x="33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5"/>
            <p:cNvSpPr/>
            <p:nvPr/>
          </p:nvSpPr>
          <p:spPr>
            <a:xfrm>
              <a:off x="2953450" y="1084325"/>
              <a:ext cx="29225" cy="82950"/>
            </a:xfrm>
            <a:custGeom>
              <a:rect b="b" l="l" r="r" t="t"/>
              <a:pathLst>
                <a:path extrusionOk="0" h="3318" w="1169">
                  <a:moveTo>
                    <a:pt x="0" y="1"/>
                  </a:moveTo>
                  <a:lnTo>
                    <a:pt x="0" y="3318"/>
                  </a:lnTo>
                  <a:lnTo>
                    <a:pt x="1169" y="3318"/>
                  </a:lnTo>
                  <a:lnTo>
                    <a:pt x="116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5"/>
            <p:cNvSpPr/>
            <p:nvPr/>
          </p:nvSpPr>
          <p:spPr>
            <a:xfrm>
              <a:off x="3008675" y="1001400"/>
              <a:ext cx="250675" cy="250625"/>
            </a:xfrm>
            <a:custGeom>
              <a:rect b="b" l="l" r="r" t="t"/>
              <a:pathLst>
                <a:path extrusionOk="0" h="10025" w="10027">
                  <a:moveTo>
                    <a:pt x="6640" y="3318"/>
                  </a:moveTo>
                  <a:lnTo>
                    <a:pt x="6640" y="6635"/>
                  </a:lnTo>
                  <a:lnTo>
                    <a:pt x="3323" y="6635"/>
                  </a:lnTo>
                  <a:lnTo>
                    <a:pt x="3323" y="3318"/>
                  </a:lnTo>
                  <a:close/>
                  <a:moveTo>
                    <a:pt x="1" y="1"/>
                  </a:moveTo>
                  <a:lnTo>
                    <a:pt x="1" y="10024"/>
                  </a:lnTo>
                  <a:lnTo>
                    <a:pt x="10026" y="10024"/>
                  </a:lnTo>
                  <a:lnTo>
                    <a:pt x="1002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38" name="Google Shape;538;p45"/>
          <p:cNvPicPr preferRelativeResize="0"/>
          <p:nvPr/>
        </p:nvPicPr>
        <p:blipFill rotWithShape="1">
          <a:blip r:embed="rId3">
            <a:alphaModFix/>
          </a:blip>
          <a:srcRect b="17280" l="0" r="0" t="0"/>
          <a:stretch/>
        </p:blipFill>
        <p:spPr>
          <a:xfrm>
            <a:off x="5817000" y="-97100"/>
            <a:ext cx="3425225" cy="1833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6"/>
          <p:cNvSpPr txBox="1"/>
          <p:nvPr>
            <p:ph idx="5" type="subTitle"/>
          </p:nvPr>
        </p:nvSpPr>
        <p:spPr>
          <a:xfrm>
            <a:off x="1910603" y="2995975"/>
            <a:ext cx="26898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Using the normal distribution of the local domain (input component)</a:t>
            </a:r>
            <a:endParaRPr/>
          </a:p>
        </p:txBody>
      </p:sp>
      <p:sp>
        <p:nvSpPr>
          <p:cNvPr id="544" name="Google Shape;544;p46"/>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Part-noise Restarting</a:t>
            </a:r>
            <a:endParaRPr/>
          </a:p>
        </p:txBody>
      </p:sp>
      <p:sp>
        <p:nvSpPr>
          <p:cNvPr id="545" name="Google Shape;545;p46"/>
          <p:cNvSpPr txBox="1"/>
          <p:nvPr>
            <p:ph idx="1" type="subTitle"/>
          </p:nvPr>
        </p:nvSpPr>
        <p:spPr>
          <a:xfrm>
            <a:off x="1910603" y="1867375"/>
            <a:ext cx="26898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Painting from noise instead of straight painting from given part</a:t>
            </a:r>
            <a:endParaRPr/>
          </a:p>
          <a:p>
            <a:pPr indent="0" lvl="0" marL="0" rtl="0" algn="l">
              <a:spcBef>
                <a:spcPts val="0"/>
              </a:spcBef>
              <a:spcAft>
                <a:spcPts val="0"/>
              </a:spcAft>
              <a:buNone/>
            </a:pPr>
            <a:r>
              <a:t/>
            </a:r>
            <a:endParaRPr/>
          </a:p>
        </p:txBody>
      </p:sp>
      <p:sp>
        <p:nvSpPr>
          <p:cNvPr id="546" name="Google Shape;546;p46"/>
          <p:cNvSpPr txBox="1"/>
          <p:nvPr>
            <p:ph idx="3" type="subTitle"/>
          </p:nvPr>
        </p:nvSpPr>
        <p:spPr>
          <a:xfrm>
            <a:off x="1910600" y="3831775"/>
            <a:ext cx="2689800" cy="77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Reviewing the noise with the specifical encoder</a:t>
            </a:r>
            <a:endParaRPr/>
          </a:p>
        </p:txBody>
      </p:sp>
      <p:sp>
        <p:nvSpPr>
          <p:cNvPr id="547" name="Google Shape;547;p46"/>
          <p:cNvSpPr txBox="1"/>
          <p:nvPr>
            <p:ph idx="9" type="subTitle"/>
          </p:nvPr>
        </p:nvSpPr>
        <p:spPr>
          <a:xfrm>
            <a:off x="5813380" y="2227675"/>
            <a:ext cx="26898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Utilizing the Hadamard product in formula</a:t>
            </a:r>
            <a:endParaRPr/>
          </a:p>
        </p:txBody>
      </p:sp>
      <p:sp>
        <p:nvSpPr>
          <p:cNvPr id="548" name="Google Shape;548;p46"/>
          <p:cNvSpPr txBox="1"/>
          <p:nvPr>
            <p:ph idx="14" type="subTitle"/>
          </p:nvPr>
        </p:nvSpPr>
        <p:spPr>
          <a:xfrm>
            <a:off x="5813374" y="3548500"/>
            <a:ext cx="31977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Constructing distributions for each image for painting improvement</a:t>
            </a:r>
            <a:endParaRPr/>
          </a:p>
        </p:txBody>
      </p:sp>
      <p:sp>
        <p:nvSpPr>
          <p:cNvPr id="549" name="Google Shape;549;p46"/>
          <p:cNvSpPr/>
          <p:nvPr/>
        </p:nvSpPr>
        <p:spPr>
          <a:xfrm>
            <a:off x="4959488" y="20608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6"/>
          <p:cNvSpPr/>
          <p:nvPr/>
        </p:nvSpPr>
        <p:spPr>
          <a:xfrm>
            <a:off x="4959488" y="31583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6"/>
          <p:cNvSpPr/>
          <p:nvPr/>
        </p:nvSpPr>
        <p:spPr>
          <a:xfrm>
            <a:off x="1022538" y="15083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6"/>
          <p:cNvSpPr/>
          <p:nvPr/>
        </p:nvSpPr>
        <p:spPr>
          <a:xfrm>
            <a:off x="1022538" y="260582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6"/>
          <p:cNvSpPr/>
          <p:nvPr/>
        </p:nvSpPr>
        <p:spPr>
          <a:xfrm>
            <a:off x="1022538" y="370330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4" name="Google Shape;554;p46"/>
          <p:cNvGrpSpPr/>
          <p:nvPr/>
        </p:nvGrpSpPr>
        <p:grpSpPr>
          <a:xfrm>
            <a:off x="1189313" y="3869950"/>
            <a:ext cx="444125" cy="444125"/>
            <a:chOff x="5194475" y="819400"/>
            <a:chExt cx="444125" cy="444125"/>
          </a:xfrm>
        </p:grpSpPr>
        <p:sp>
          <p:nvSpPr>
            <p:cNvPr id="555" name="Google Shape;555;p46"/>
            <p:cNvSpPr/>
            <p:nvPr/>
          </p:nvSpPr>
          <p:spPr>
            <a:xfrm>
              <a:off x="5222100" y="819400"/>
              <a:ext cx="138250" cy="138250"/>
            </a:xfrm>
            <a:custGeom>
              <a:rect b="b" l="l" r="r" t="t"/>
              <a:pathLst>
                <a:path extrusionOk="0" h="5530" w="5530">
                  <a:moveTo>
                    <a:pt x="2765" y="0"/>
                  </a:moveTo>
                  <a:cubicBezTo>
                    <a:pt x="1238" y="0"/>
                    <a:pt x="0" y="1238"/>
                    <a:pt x="0" y="2765"/>
                  </a:cubicBezTo>
                  <a:cubicBezTo>
                    <a:pt x="0" y="4292"/>
                    <a:pt x="1238" y="5530"/>
                    <a:pt x="2765" y="5530"/>
                  </a:cubicBezTo>
                  <a:cubicBezTo>
                    <a:pt x="4291" y="5530"/>
                    <a:pt x="5529" y="4292"/>
                    <a:pt x="5529" y="2765"/>
                  </a:cubicBezTo>
                  <a:cubicBezTo>
                    <a:pt x="5529" y="1238"/>
                    <a:pt x="4291" y="0"/>
                    <a:pt x="27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6"/>
            <p:cNvSpPr/>
            <p:nvPr/>
          </p:nvSpPr>
          <p:spPr>
            <a:xfrm>
              <a:off x="5352400" y="930000"/>
              <a:ext cx="286200" cy="333525"/>
            </a:xfrm>
            <a:custGeom>
              <a:rect b="b" l="l" r="r" t="t"/>
              <a:pathLst>
                <a:path extrusionOk="0" h="13341" w="11448">
                  <a:moveTo>
                    <a:pt x="10279" y="1"/>
                  </a:moveTo>
                  <a:lnTo>
                    <a:pt x="10279" y="3870"/>
                  </a:lnTo>
                  <a:cubicBezTo>
                    <a:pt x="10279" y="4886"/>
                    <a:pt x="9882" y="5841"/>
                    <a:pt x="9166" y="6557"/>
                  </a:cubicBezTo>
                  <a:cubicBezTo>
                    <a:pt x="8447" y="7276"/>
                    <a:pt x="7490" y="7673"/>
                    <a:pt x="6477" y="7673"/>
                  </a:cubicBezTo>
                  <a:cubicBezTo>
                    <a:pt x="5463" y="7673"/>
                    <a:pt x="4506" y="7276"/>
                    <a:pt x="3787" y="6557"/>
                  </a:cubicBezTo>
                  <a:cubicBezTo>
                    <a:pt x="3068" y="5841"/>
                    <a:pt x="2674" y="4883"/>
                    <a:pt x="2674" y="3870"/>
                  </a:cubicBezTo>
                  <a:lnTo>
                    <a:pt x="2674" y="2291"/>
                  </a:lnTo>
                  <a:cubicBezTo>
                    <a:pt x="1627" y="3079"/>
                    <a:pt x="723" y="4039"/>
                    <a:pt x="1" y="5128"/>
                  </a:cubicBezTo>
                  <a:cubicBezTo>
                    <a:pt x="359" y="5397"/>
                    <a:pt x="700" y="5688"/>
                    <a:pt x="1022" y="6010"/>
                  </a:cubicBezTo>
                  <a:cubicBezTo>
                    <a:pt x="2735" y="7723"/>
                    <a:pt x="3679" y="10002"/>
                    <a:pt x="3679" y="12425"/>
                  </a:cubicBezTo>
                  <a:lnTo>
                    <a:pt x="3679" y="13341"/>
                  </a:lnTo>
                  <a:lnTo>
                    <a:pt x="11448" y="13341"/>
                  </a:lnTo>
                  <a:lnTo>
                    <a:pt x="1144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6"/>
            <p:cNvSpPr/>
            <p:nvPr/>
          </p:nvSpPr>
          <p:spPr>
            <a:xfrm>
              <a:off x="5445050" y="819400"/>
              <a:ext cx="138325" cy="276475"/>
            </a:xfrm>
            <a:custGeom>
              <a:rect b="b" l="l" r="r" t="t"/>
              <a:pathLst>
                <a:path extrusionOk="0" h="11059" w="5533">
                  <a:moveTo>
                    <a:pt x="2768" y="0"/>
                  </a:moveTo>
                  <a:cubicBezTo>
                    <a:pt x="1241" y="0"/>
                    <a:pt x="0" y="1238"/>
                    <a:pt x="0" y="2765"/>
                  </a:cubicBezTo>
                  <a:lnTo>
                    <a:pt x="0" y="8294"/>
                  </a:lnTo>
                  <a:cubicBezTo>
                    <a:pt x="0" y="9821"/>
                    <a:pt x="1241" y="11059"/>
                    <a:pt x="2768" y="11059"/>
                  </a:cubicBezTo>
                  <a:cubicBezTo>
                    <a:pt x="4294" y="11059"/>
                    <a:pt x="5532" y="9821"/>
                    <a:pt x="5532" y="8294"/>
                  </a:cubicBezTo>
                  <a:lnTo>
                    <a:pt x="5532" y="2765"/>
                  </a:lnTo>
                  <a:cubicBezTo>
                    <a:pt x="5532" y="1238"/>
                    <a:pt x="4294" y="0"/>
                    <a:pt x="27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6"/>
            <p:cNvSpPr/>
            <p:nvPr/>
          </p:nvSpPr>
          <p:spPr>
            <a:xfrm>
              <a:off x="5194475" y="1039775"/>
              <a:ext cx="223750" cy="223750"/>
            </a:xfrm>
            <a:custGeom>
              <a:rect b="b" l="l" r="r" t="t"/>
              <a:pathLst>
                <a:path extrusionOk="0" h="8950" w="8950">
                  <a:moveTo>
                    <a:pt x="0" y="1"/>
                  </a:moveTo>
                  <a:lnTo>
                    <a:pt x="0" y="8950"/>
                  </a:lnTo>
                  <a:lnTo>
                    <a:pt x="8949" y="8950"/>
                  </a:lnTo>
                  <a:lnTo>
                    <a:pt x="8949" y="8034"/>
                  </a:lnTo>
                  <a:cubicBezTo>
                    <a:pt x="8946" y="5888"/>
                    <a:pt x="8114" y="3870"/>
                    <a:pt x="6593" y="2355"/>
                  </a:cubicBezTo>
                  <a:cubicBezTo>
                    <a:pt x="5077" y="839"/>
                    <a:pt x="3056" y="1"/>
                    <a:pt x="9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46"/>
          <p:cNvGrpSpPr/>
          <p:nvPr/>
        </p:nvGrpSpPr>
        <p:grpSpPr>
          <a:xfrm>
            <a:off x="2796663" y="1112438"/>
            <a:ext cx="444075" cy="444275"/>
            <a:chOff x="336575" y="1437475"/>
            <a:chExt cx="444075" cy="444275"/>
          </a:xfrm>
        </p:grpSpPr>
        <p:sp>
          <p:nvSpPr>
            <p:cNvPr id="560" name="Google Shape;560;p46"/>
            <p:cNvSpPr/>
            <p:nvPr/>
          </p:nvSpPr>
          <p:spPr>
            <a:xfrm>
              <a:off x="336575" y="1669325"/>
              <a:ext cx="444075" cy="212425"/>
            </a:xfrm>
            <a:custGeom>
              <a:rect b="b" l="l" r="r" t="t"/>
              <a:pathLst>
                <a:path extrusionOk="0" h="8497" w="17763">
                  <a:moveTo>
                    <a:pt x="6285" y="0"/>
                  </a:moveTo>
                  <a:cubicBezTo>
                    <a:pt x="2649" y="1110"/>
                    <a:pt x="1" y="4491"/>
                    <a:pt x="1" y="8497"/>
                  </a:cubicBezTo>
                  <a:lnTo>
                    <a:pt x="3315" y="8497"/>
                  </a:lnTo>
                  <a:cubicBezTo>
                    <a:pt x="3315" y="5421"/>
                    <a:pt x="5805" y="2931"/>
                    <a:pt x="8880" y="2931"/>
                  </a:cubicBezTo>
                  <a:cubicBezTo>
                    <a:pt x="11953" y="2931"/>
                    <a:pt x="14443" y="5421"/>
                    <a:pt x="14443" y="8497"/>
                  </a:cubicBezTo>
                  <a:lnTo>
                    <a:pt x="17762" y="8497"/>
                  </a:lnTo>
                  <a:cubicBezTo>
                    <a:pt x="17762" y="4491"/>
                    <a:pt x="15117" y="1110"/>
                    <a:pt x="11481" y="0"/>
                  </a:cubicBezTo>
                  <a:cubicBezTo>
                    <a:pt x="11331" y="78"/>
                    <a:pt x="11176" y="156"/>
                    <a:pt x="11017" y="222"/>
                  </a:cubicBezTo>
                  <a:cubicBezTo>
                    <a:pt x="10340" y="505"/>
                    <a:pt x="9621" y="652"/>
                    <a:pt x="8883" y="652"/>
                  </a:cubicBezTo>
                  <a:cubicBezTo>
                    <a:pt x="8145" y="652"/>
                    <a:pt x="7426" y="505"/>
                    <a:pt x="6748" y="222"/>
                  </a:cubicBezTo>
                  <a:cubicBezTo>
                    <a:pt x="6587" y="156"/>
                    <a:pt x="6432" y="78"/>
                    <a:pt x="62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6"/>
            <p:cNvSpPr/>
            <p:nvPr/>
          </p:nvSpPr>
          <p:spPr>
            <a:xfrm>
              <a:off x="475025" y="1798100"/>
              <a:ext cx="167175" cy="83575"/>
            </a:xfrm>
            <a:custGeom>
              <a:rect b="b" l="l" r="r" t="t"/>
              <a:pathLst>
                <a:path extrusionOk="0" h="3343" w="6687">
                  <a:moveTo>
                    <a:pt x="3342" y="1"/>
                  </a:moveTo>
                  <a:cubicBezTo>
                    <a:pt x="1496" y="1"/>
                    <a:pt x="0" y="1494"/>
                    <a:pt x="0" y="3343"/>
                  </a:cubicBezTo>
                  <a:lnTo>
                    <a:pt x="6681" y="3343"/>
                  </a:lnTo>
                  <a:cubicBezTo>
                    <a:pt x="6687" y="1497"/>
                    <a:pt x="5188" y="1"/>
                    <a:pt x="33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6"/>
            <p:cNvSpPr/>
            <p:nvPr/>
          </p:nvSpPr>
          <p:spPr>
            <a:xfrm>
              <a:off x="447475" y="1437475"/>
              <a:ext cx="222075" cy="222075"/>
            </a:xfrm>
            <a:custGeom>
              <a:rect b="b" l="l" r="r" t="t"/>
              <a:pathLst>
                <a:path extrusionOk="0" h="8883" w="8883">
                  <a:moveTo>
                    <a:pt x="4441" y="0"/>
                  </a:moveTo>
                  <a:cubicBezTo>
                    <a:pt x="1990" y="0"/>
                    <a:pt x="0" y="1991"/>
                    <a:pt x="0" y="4442"/>
                  </a:cubicBezTo>
                  <a:cubicBezTo>
                    <a:pt x="0" y="6895"/>
                    <a:pt x="1990" y="8883"/>
                    <a:pt x="4441" y="8883"/>
                  </a:cubicBezTo>
                  <a:cubicBezTo>
                    <a:pt x="6895" y="8883"/>
                    <a:pt x="8883" y="6895"/>
                    <a:pt x="8883" y="4442"/>
                  </a:cubicBezTo>
                  <a:cubicBezTo>
                    <a:pt x="8883" y="1991"/>
                    <a:pt x="6895" y="0"/>
                    <a:pt x="4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 name="Google Shape;563;p46"/>
          <p:cNvGrpSpPr/>
          <p:nvPr/>
        </p:nvGrpSpPr>
        <p:grpSpPr>
          <a:xfrm>
            <a:off x="1189300" y="1673063"/>
            <a:ext cx="444150" cy="444150"/>
            <a:chOff x="5761475" y="815775"/>
            <a:chExt cx="444150" cy="444150"/>
          </a:xfrm>
        </p:grpSpPr>
        <p:sp>
          <p:nvSpPr>
            <p:cNvPr id="564" name="Google Shape;564;p46"/>
            <p:cNvSpPr/>
            <p:nvPr/>
          </p:nvSpPr>
          <p:spPr>
            <a:xfrm>
              <a:off x="5942100" y="996350"/>
              <a:ext cx="263525" cy="263575"/>
            </a:xfrm>
            <a:custGeom>
              <a:rect b="b" l="l" r="r" t="t"/>
              <a:pathLst>
                <a:path extrusionOk="0" h="10543" w="10541">
                  <a:moveTo>
                    <a:pt x="8314" y="0"/>
                  </a:moveTo>
                  <a:cubicBezTo>
                    <a:pt x="8039" y="4466"/>
                    <a:pt x="4467" y="8039"/>
                    <a:pt x="1" y="8314"/>
                  </a:cubicBezTo>
                  <a:lnTo>
                    <a:pt x="1" y="10542"/>
                  </a:lnTo>
                  <a:lnTo>
                    <a:pt x="10540" y="10542"/>
                  </a:lnTo>
                  <a:lnTo>
                    <a:pt x="1054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6"/>
            <p:cNvSpPr/>
            <p:nvPr/>
          </p:nvSpPr>
          <p:spPr>
            <a:xfrm>
              <a:off x="5928300" y="982475"/>
              <a:ext cx="166850" cy="166850"/>
            </a:xfrm>
            <a:custGeom>
              <a:rect b="b" l="l" r="r" t="t"/>
              <a:pathLst>
                <a:path extrusionOk="0" h="6674" w="6674">
                  <a:moveTo>
                    <a:pt x="0" y="0"/>
                  </a:moveTo>
                  <a:lnTo>
                    <a:pt x="0" y="6673"/>
                  </a:lnTo>
                  <a:cubicBezTo>
                    <a:pt x="3687" y="6673"/>
                    <a:pt x="6673" y="3686"/>
                    <a:pt x="66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6"/>
            <p:cNvSpPr/>
            <p:nvPr/>
          </p:nvSpPr>
          <p:spPr>
            <a:xfrm>
              <a:off x="5761475" y="815775"/>
              <a:ext cx="324225" cy="324175"/>
            </a:xfrm>
            <a:custGeom>
              <a:rect b="b" l="l" r="r" t="t"/>
              <a:pathLst>
                <a:path extrusionOk="0" h="12967" w="12969">
                  <a:moveTo>
                    <a:pt x="6673" y="1"/>
                  </a:moveTo>
                  <a:cubicBezTo>
                    <a:pt x="2990" y="1"/>
                    <a:pt x="1" y="2988"/>
                    <a:pt x="1" y="6671"/>
                  </a:cubicBezTo>
                  <a:cubicBezTo>
                    <a:pt x="1" y="9580"/>
                    <a:pt x="1866" y="12053"/>
                    <a:pt x="4461" y="12966"/>
                  </a:cubicBezTo>
                  <a:lnTo>
                    <a:pt x="4461" y="4459"/>
                  </a:lnTo>
                  <a:lnTo>
                    <a:pt x="12969" y="4459"/>
                  </a:lnTo>
                  <a:cubicBezTo>
                    <a:pt x="12055" y="1861"/>
                    <a:pt x="9580" y="1"/>
                    <a:pt x="66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 name="Google Shape;567;p46"/>
          <p:cNvGrpSpPr/>
          <p:nvPr/>
        </p:nvGrpSpPr>
        <p:grpSpPr>
          <a:xfrm>
            <a:off x="1222438" y="2772625"/>
            <a:ext cx="389325" cy="444000"/>
            <a:chOff x="3977325" y="818275"/>
            <a:chExt cx="389325" cy="444000"/>
          </a:xfrm>
        </p:grpSpPr>
        <p:sp>
          <p:nvSpPr>
            <p:cNvPr id="568" name="Google Shape;568;p46"/>
            <p:cNvSpPr/>
            <p:nvPr/>
          </p:nvSpPr>
          <p:spPr>
            <a:xfrm>
              <a:off x="3977325" y="1034225"/>
              <a:ext cx="389325" cy="228050"/>
            </a:xfrm>
            <a:custGeom>
              <a:rect b="b" l="l" r="r" t="t"/>
              <a:pathLst>
                <a:path extrusionOk="0" h="9122" w="15573">
                  <a:moveTo>
                    <a:pt x="2254" y="1"/>
                  </a:moveTo>
                  <a:lnTo>
                    <a:pt x="1" y="3462"/>
                  </a:lnTo>
                  <a:lnTo>
                    <a:pt x="7786" y="9122"/>
                  </a:lnTo>
                  <a:lnTo>
                    <a:pt x="15572" y="3459"/>
                  </a:lnTo>
                  <a:lnTo>
                    <a:pt x="13313" y="1"/>
                  </a:lnTo>
                  <a:lnTo>
                    <a:pt x="11320" y="1"/>
                  </a:lnTo>
                  <a:lnTo>
                    <a:pt x="7786" y="3534"/>
                  </a:lnTo>
                  <a:lnTo>
                    <a:pt x="425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6"/>
            <p:cNvSpPr/>
            <p:nvPr/>
          </p:nvSpPr>
          <p:spPr>
            <a:xfrm>
              <a:off x="4038250" y="818275"/>
              <a:ext cx="267475" cy="267550"/>
            </a:xfrm>
            <a:custGeom>
              <a:rect b="b" l="l" r="r" t="t"/>
              <a:pathLst>
                <a:path extrusionOk="0" h="10702" w="10699">
                  <a:moveTo>
                    <a:pt x="5349" y="3185"/>
                  </a:moveTo>
                  <a:lnTo>
                    <a:pt x="7512" y="5347"/>
                  </a:lnTo>
                  <a:lnTo>
                    <a:pt x="5349" y="7509"/>
                  </a:lnTo>
                  <a:lnTo>
                    <a:pt x="3187" y="5347"/>
                  </a:lnTo>
                  <a:lnTo>
                    <a:pt x="5349" y="3185"/>
                  </a:lnTo>
                  <a:close/>
                  <a:moveTo>
                    <a:pt x="5349" y="1"/>
                  </a:moveTo>
                  <a:lnTo>
                    <a:pt x="1" y="5350"/>
                  </a:lnTo>
                  <a:lnTo>
                    <a:pt x="5349" y="10701"/>
                  </a:lnTo>
                  <a:lnTo>
                    <a:pt x="10698" y="5350"/>
                  </a:lnTo>
                  <a:lnTo>
                    <a:pt x="534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46"/>
          <p:cNvGrpSpPr/>
          <p:nvPr/>
        </p:nvGrpSpPr>
        <p:grpSpPr>
          <a:xfrm>
            <a:off x="1022526" y="3703342"/>
            <a:ext cx="777600" cy="736854"/>
            <a:chOff x="714038" y="2107175"/>
            <a:chExt cx="777600" cy="777600"/>
          </a:xfrm>
        </p:grpSpPr>
        <p:sp>
          <p:nvSpPr>
            <p:cNvPr id="571" name="Google Shape;571;p46"/>
            <p:cNvSpPr/>
            <p:nvPr/>
          </p:nvSpPr>
          <p:spPr>
            <a:xfrm>
              <a:off x="714038" y="21071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2" name="Google Shape;572;p46"/>
            <p:cNvGrpSpPr/>
            <p:nvPr/>
          </p:nvGrpSpPr>
          <p:grpSpPr>
            <a:xfrm>
              <a:off x="880763" y="2273913"/>
              <a:ext cx="444150" cy="444125"/>
              <a:chOff x="1018425" y="2206075"/>
              <a:chExt cx="444150" cy="444125"/>
            </a:xfrm>
          </p:grpSpPr>
          <p:sp>
            <p:nvSpPr>
              <p:cNvPr id="573" name="Google Shape;573;p46"/>
              <p:cNvSpPr/>
              <p:nvPr/>
            </p:nvSpPr>
            <p:spPr>
              <a:xfrm>
                <a:off x="1057575" y="2206075"/>
                <a:ext cx="405000" cy="405000"/>
              </a:xfrm>
              <a:custGeom>
                <a:rect b="b" l="l" r="r" t="t"/>
                <a:pathLst>
                  <a:path extrusionOk="0" h="16200" w="16200">
                    <a:moveTo>
                      <a:pt x="0" y="0"/>
                    </a:moveTo>
                    <a:lnTo>
                      <a:pt x="3317" y="3317"/>
                    </a:lnTo>
                    <a:lnTo>
                      <a:pt x="12882" y="3317"/>
                    </a:lnTo>
                    <a:lnTo>
                      <a:pt x="12882" y="12882"/>
                    </a:lnTo>
                    <a:lnTo>
                      <a:pt x="16199" y="16199"/>
                    </a:lnTo>
                    <a:lnTo>
                      <a:pt x="1619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6"/>
              <p:cNvSpPr/>
              <p:nvPr/>
            </p:nvSpPr>
            <p:spPr>
              <a:xfrm>
                <a:off x="1018425" y="2245125"/>
                <a:ext cx="405000" cy="405075"/>
              </a:xfrm>
              <a:custGeom>
                <a:rect b="b" l="l" r="r" t="t"/>
                <a:pathLst>
                  <a:path extrusionOk="0" h="16203" w="16200">
                    <a:moveTo>
                      <a:pt x="1" y="1"/>
                    </a:moveTo>
                    <a:lnTo>
                      <a:pt x="1" y="16203"/>
                    </a:lnTo>
                    <a:lnTo>
                      <a:pt x="16200" y="16203"/>
                    </a:lnTo>
                    <a:lnTo>
                      <a:pt x="12888" y="12886"/>
                    </a:lnTo>
                    <a:lnTo>
                      <a:pt x="3318" y="12886"/>
                    </a:lnTo>
                    <a:lnTo>
                      <a:pt x="3318" y="3318"/>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6"/>
              <p:cNvSpPr/>
              <p:nvPr/>
            </p:nvSpPr>
            <p:spPr>
              <a:xfrm>
                <a:off x="1156600" y="2344225"/>
                <a:ext cx="167800" cy="167750"/>
              </a:xfrm>
              <a:custGeom>
                <a:rect b="b" l="l" r="r" t="t"/>
                <a:pathLst>
                  <a:path extrusionOk="0" h="6710" w="6712">
                    <a:moveTo>
                      <a:pt x="3356" y="1"/>
                    </a:moveTo>
                    <a:cubicBezTo>
                      <a:pt x="1502" y="1"/>
                      <a:pt x="0" y="1502"/>
                      <a:pt x="0" y="3354"/>
                    </a:cubicBezTo>
                    <a:cubicBezTo>
                      <a:pt x="0" y="5208"/>
                      <a:pt x="1502" y="6709"/>
                      <a:pt x="3356" y="6709"/>
                    </a:cubicBezTo>
                    <a:cubicBezTo>
                      <a:pt x="5210" y="6709"/>
                      <a:pt x="6712" y="5208"/>
                      <a:pt x="6712" y="3354"/>
                    </a:cubicBezTo>
                    <a:cubicBezTo>
                      <a:pt x="6712" y="1502"/>
                      <a:pt x="5210" y="1"/>
                      <a:pt x="33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6" name="Google Shape;576;p46"/>
          <p:cNvGrpSpPr/>
          <p:nvPr/>
        </p:nvGrpSpPr>
        <p:grpSpPr>
          <a:xfrm>
            <a:off x="5124563" y="3325075"/>
            <a:ext cx="444150" cy="444150"/>
            <a:chOff x="3405600" y="824875"/>
            <a:chExt cx="444150" cy="444150"/>
          </a:xfrm>
        </p:grpSpPr>
        <p:sp>
          <p:nvSpPr>
            <p:cNvPr id="577" name="Google Shape;577;p46"/>
            <p:cNvSpPr/>
            <p:nvPr/>
          </p:nvSpPr>
          <p:spPr>
            <a:xfrm>
              <a:off x="3525450" y="1125075"/>
              <a:ext cx="323800" cy="143950"/>
            </a:xfrm>
            <a:custGeom>
              <a:rect b="b" l="l" r="r" t="t"/>
              <a:pathLst>
                <a:path extrusionOk="0" h="5758" w="12952">
                  <a:moveTo>
                    <a:pt x="4080" y="0"/>
                  </a:moveTo>
                  <a:cubicBezTo>
                    <a:pt x="3248" y="0"/>
                    <a:pt x="2416" y="79"/>
                    <a:pt x="1599" y="236"/>
                  </a:cubicBezTo>
                  <a:cubicBezTo>
                    <a:pt x="1560" y="400"/>
                    <a:pt x="1516" y="564"/>
                    <a:pt x="1471" y="722"/>
                  </a:cubicBezTo>
                  <a:cubicBezTo>
                    <a:pt x="1133" y="1916"/>
                    <a:pt x="639" y="3056"/>
                    <a:pt x="0" y="4119"/>
                  </a:cubicBezTo>
                  <a:cubicBezTo>
                    <a:pt x="1266" y="3539"/>
                    <a:pt x="2654" y="3234"/>
                    <a:pt x="4086" y="3234"/>
                  </a:cubicBezTo>
                  <a:cubicBezTo>
                    <a:pt x="6540" y="3234"/>
                    <a:pt x="8855" y="4125"/>
                    <a:pt x="10662" y="5757"/>
                  </a:cubicBezTo>
                  <a:lnTo>
                    <a:pt x="12952" y="3467"/>
                  </a:lnTo>
                  <a:cubicBezTo>
                    <a:pt x="11444" y="2071"/>
                    <a:pt x="9624" y="1050"/>
                    <a:pt x="7656" y="494"/>
                  </a:cubicBezTo>
                  <a:cubicBezTo>
                    <a:pt x="6494" y="166"/>
                    <a:pt x="5287" y="0"/>
                    <a:pt x="40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6"/>
            <p:cNvSpPr/>
            <p:nvPr/>
          </p:nvSpPr>
          <p:spPr>
            <a:xfrm>
              <a:off x="3571025" y="990100"/>
              <a:ext cx="113425" cy="113550"/>
            </a:xfrm>
            <a:custGeom>
              <a:rect b="b" l="l" r="r" t="t"/>
              <a:pathLst>
                <a:path extrusionOk="0" h="4542" w="4537">
                  <a:moveTo>
                    <a:pt x="1" y="1"/>
                  </a:moveTo>
                  <a:lnTo>
                    <a:pt x="1" y="1"/>
                  </a:lnTo>
                  <a:cubicBezTo>
                    <a:pt x="242" y="1502"/>
                    <a:pt x="242" y="3040"/>
                    <a:pt x="1" y="4539"/>
                  </a:cubicBezTo>
                  <a:cubicBezTo>
                    <a:pt x="748" y="4420"/>
                    <a:pt x="1505" y="4360"/>
                    <a:pt x="2262" y="4360"/>
                  </a:cubicBezTo>
                  <a:cubicBezTo>
                    <a:pt x="3023" y="4360"/>
                    <a:pt x="3785" y="4421"/>
                    <a:pt x="4536" y="4542"/>
                  </a:cubicBezTo>
                  <a:cubicBezTo>
                    <a:pt x="4292" y="3040"/>
                    <a:pt x="4292" y="1508"/>
                    <a:pt x="4536" y="3"/>
                  </a:cubicBezTo>
                  <a:lnTo>
                    <a:pt x="4536" y="3"/>
                  </a:lnTo>
                  <a:cubicBezTo>
                    <a:pt x="3787" y="125"/>
                    <a:pt x="3026" y="184"/>
                    <a:pt x="2271" y="184"/>
                  </a:cubicBezTo>
                  <a:cubicBezTo>
                    <a:pt x="1511" y="184"/>
                    <a:pt x="750" y="12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6"/>
            <p:cNvSpPr/>
            <p:nvPr/>
          </p:nvSpPr>
          <p:spPr>
            <a:xfrm>
              <a:off x="3405600" y="944650"/>
              <a:ext cx="147775" cy="323800"/>
            </a:xfrm>
            <a:custGeom>
              <a:rect b="b" l="l" r="r" t="t"/>
              <a:pathLst>
                <a:path extrusionOk="0" h="12952" w="5911">
                  <a:moveTo>
                    <a:pt x="1638" y="0"/>
                  </a:moveTo>
                  <a:cubicBezTo>
                    <a:pt x="2218" y="1266"/>
                    <a:pt x="2524" y="2654"/>
                    <a:pt x="2524" y="4089"/>
                  </a:cubicBezTo>
                  <a:cubicBezTo>
                    <a:pt x="2524" y="6540"/>
                    <a:pt x="1633" y="8855"/>
                    <a:pt x="1" y="10662"/>
                  </a:cubicBezTo>
                  <a:lnTo>
                    <a:pt x="2291" y="12952"/>
                  </a:lnTo>
                  <a:cubicBezTo>
                    <a:pt x="3687" y="11445"/>
                    <a:pt x="4711" y="9621"/>
                    <a:pt x="5266" y="7656"/>
                  </a:cubicBezTo>
                  <a:cubicBezTo>
                    <a:pt x="5821" y="5693"/>
                    <a:pt x="5910" y="3606"/>
                    <a:pt x="5521" y="1599"/>
                  </a:cubicBezTo>
                  <a:cubicBezTo>
                    <a:pt x="5358" y="1560"/>
                    <a:pt x="5197" y="1516"/>
                    <a:pt x="5036" y="1472"/>
                  </a:cubicBezTo>
                  <a:cubicBezTo>
                    <a:pt x="3842" y="1136"/>
                    <a:pt x="2701" y="639"/>
                    <a:pt x="16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6"/>
            <p:cNvSpPr/>
            <p:nvPr/>
          </p:nvSpPr>
          <p:spPr>
            <a:xfrm>
              <a:off x="3702125" y="825375"/>
              <a:ext cx="147625" cy="323875"/>
            </a:xfrm>
            <a:custGeom>
              <a:rect b="b" l="l" r="r" t="t"/>
              <a:pathLst>
                <a:path extrusionOk="0" h="12955" w="5905">
                  <a:moveTo>
                    <a:pt x="3614" y="0"/>
                  </a:moveTo>
                  <a:cubicBezTo>
                    <a:pt x="2221" y="1510"/>
                    <a:pt x="1197" y="3331"/>
                    <a:pt x="641" y="5299"/>
                  </a:cubicBezTo>
                  <a:cubicBezTo>
                    <a:pt x="86" y="7258"/>
                    <a:pt x="0" y="9349"/>
                    <a:pt x="386" y="11353"/>
                  </a:cubicBezTo>
                  <a:cubicBezTo>
                    <a:pt x="547" y="11392"/>
                    <a:pt x="711" y="11436"/>
                    <a:pt x="872" y="11483"/>
                  </a:cubicBezTo>
                  <a:cubicBezTo>
                    <a:pt x="2065" y="11819"/>
                    <a:pt x="3206" y="12316"/>
                    <a:pt x="4266" y="12954"/>
                  </a:cubicBezTo>
                  <a:cubicBezTo>
                    <a:pt x="3689" y="11686"/>
                    <a:pt x="3384" y="10298"/>
                    <a:pt x="3384" y="8866"/>
                  </a:cubicBezTo>
                  <a:cubicBezTo>
                    <a:pt x="3384" y="6412"/>
                    <a:pt x="4275" y="4097"/>
                    <a:pt x="5904" y="2290"/>
                  </a:cubicBezTo>
                  <a:lnTo>
                    <a:pt x="361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6"/>
            <p:cNvSpPr/>
            <p:nvPr/>
          </p:nvSpPr>
          <p:spPr>
            <a:xfrm>
              <a:off x="3406100" y="824875"/>
              <a:ext cx="323875" cy="143900"/>
            </a:xfrm>
            <a:custGeom>
              <a:rect b="b" l="l" r="r" t="t"/>
              <a:pathLst>
                <a:path extrusionOk="0" h="5756" w="12955">
                  <a:moveTo>
                    <a:pt x="2290" y="1"/>
                  </a:moveTo>
                  <a:lnTo>
                    <a:pt x="0" y="2291"/>
                  </a:lnTo>
                  <a:cubicBezTo>
                    <a:pt x="1507" y="3684"/>
                    <a:pt x="3331" y="4708"/>
                    <a:pt x="5296" y="5263"/>
                  </a:cubicBezTo>
                  <a:cubicBezTo>
                    <a:pt x="6457" y="5591"/>
                    <a:pt x="7660" y="5755"/>
                    <a:pt x="8865" y="5755"/>
                  </a:cubicBezTo>
                  <a:cubicBezTo>
                    <a:pt x="9699" y="5755"/>
                    <a:pt x="10534" y="5677"/>
                    <a:pt x="11355" y="5519"/>
                  </a:cubicBezTo>
                  <a:cubicBezTo>
                    <a:pt x="11394" y="5358"/>
                    <a:pt x="11439" y="5194"/>
                    <a:pt x="11483" y="5033"/>
                  </a:cubicBezTo>
                  <a:cubicBezTo>
                    <a:pt x="11819" y="3839"/>
                    <a:pt x="12316" y="2699"/>
                    <a:pt x="12954" y="1638"/>
                  </a:cubicBezTo>
                  <a:lnTo>
                    <a:pt x="12954" y="1638"/>
                  </a:lnTo>
                  <a:cubicBezTo>
                    <a:pt x="11686" y="2218"/>
                    <a:pt x="10298" y="2524"/>
                    <a:pt x="8863" y="2524"/>
                  </a:cubicBezTo>
                  <a:cubicBezTo>
                    <a:pt x="6412" y="2524"/>
                    <a:pt x="4097" y="1630"/>
                    <a:pt x="22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 name="Google Shape;582;p46"/>
          <p:cNvGrpSpPr/>
          <p:nvPr/>
        </p:nvGrpSpPr>
        <p:grpSpPr>
          <a:xfrm>
            <a:off x="5124550" y="2227525"/>
            <a:ext cx="444200" cy="444300"/>
            <a:chOff x="5376900" y="1502275"/>
            <a:chExt cx="444200" cy="444300"/>
          </a:xfrm>
        </p:grpSpPr>
        <p:sp>
          <p:nvSpPr>
            <p:cNvPr id="583" name="Google Shape;583;p46"/>
            <p:cNvSpPr/>
            <p:nvPr/>
          </p:nvSpPr>
          <p:spPr>
            <a:xfrm>
              <a:off x="5444000" y="1801925"/>
              <a:ext cx="77400" cy="77325"/>
            </a:xfrm>
            <a:custGeom>
              <a:rect b="b" l="l" r="r" t="t"/>
              <a:pathLst>
                <a:path extrusionOk="0" h="3093" w="3096">
                  <a:moveTo>
                    <a:pt x="2393" y="0"/>
                  </a:moveTo>
                  <a:cubicBezTo>
                    <a:pt x="1824" y="347"/>
                    <a:pt x="1164" y="539"/>
                    <a:pt x="487" y="539"/>
                  </a:cubicBezTo>
                  <a:lnTo>
                    <a:pt x="1" y="539"/>
                  </a:lnTo>
                  <a:cubicBezTo>
                    <a:pt x="623" y="1594"/>
                    <a:pt x="1505" y="2474"/>
                    <a:pt x="2554" y="3093"/>
                  </a:cubicBezTo>
                  <a:lnTo>
                    <a:pt x="2554" y="2607"/>
                  </a:lnTo>
                  <a:cubicBezTo>
                    <a:pt x="2560" y="1932"/>
                    <a:pt x="2749" y="1275"/>
                    <a:pt x="3096" y="705"/>
                  </a:cubicBezTo>
                  <a:cubicBezTo>
                    <a:pt x="2968" y="600"/>
                    <a:pt x="2846" y="489"/>
                    <a:pt x="2727" y="372"/>
                  </a:cubicBezTo>
                  <a:cubicBezTo>
                    <a:pt x="2607" y="253"/>
                    <a:pt x="2496" y="128"/>
                    <a:pt x="2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6"/>
            <p:cNvSpPr/>
            <p:nvPr/>
          </p:nvSpPr>
          <p:spPr>
            <a:xfrm>
              <a:off x="5444150" y="1569450"/>
              <a:ext cx="77250" cy="77400"/>
            </a:xfrm>
            <a:custGeom>
              <a:rect b="b" l="l" r="r" t="t"/>
              <a:pathLst>
                <a:path extrusionOk="0" h="3096" w="3090">
                  <a:moveTo>
                    <a:pt x="2554" y="1"/>
                  </a:moveTo>
                  <a:cubicBezTo>
                    <a:pt x="1499" y="623"/>
                    <a:pt x="617" y="1503"/>
                    <a:pt x="0" y="2555"/>
                  </a:cubicBezTo>
                  <a:lnTo>
                    <a:pt x="486" y="2555"/>
                  </a:lnTo>
                  <a:cubicBezTo>
                    <a:pt x="1158" y="2557"/>
                    <a:pt x="1818" y="2749"/>
                    <a:pt x="2387" y="3096"/>
                  </a:cubicBezTo>
                  <a:cubicBezTo>
                    <a:pt x="2490" y="2968"/>
                    <a:pt x="2601" y="2846"/>
                    <a:pt x="2721" y="2724"/>
                  </a:cubicBezTo>
                  <a:cubicBezTo>
                    <a:pt x="2837" y="2607"/>
                    <a:pt x="2962" y="2496"/>
                    <a:pt x="3090" y="2391"/>
                  </a:cubicBezTo>
                  <a:cubicBezTo>
                    <a:pt x="2743" y="1822"/>
                    <a:pt x="2554" y="1164"/>
                    <a:pt x="2554" y="487"/>
                  </a:cubicBezTo>
                  <a:lnTo>
                    <a:pt x="25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6"/>
            <p:cNvSpPr/>
            <p:nvPr/>
          </p:nvSpPr>
          <p:spPr>
            <a:xfrm>
              <a:off x="5676475" y="1569525"/>
              <a:ext cx="77400" cy="77325"/>
            </a:xfrm>
            <a:custGeom>
              <a:rect b="b" l="l" r="r" t="t"/>
              <a:pathLst>
                <a:path extrusionOk="0" h="3093" w="3096">
                  <a:moveTo>
                    <a:pt x="542" y="1"/>
                  </a:moveTo>
                  <a:lnTo>
                    <a:pt x="542" y="486"/>
                  </a:lnTo>
                  <a:cubicBezTo>
                    <a:pt x="542" y="1161"/>
                    <a:pt x="353" y="1819"/>
                    <a:pt x="0" y="2388"/>
                  </a:cubicBezTo>
                  <a:cubicBezTo>
                    <a:pt x="131" y="2490"/>
                    <a:pt x="250" y="2604"/>
                    <a:pt x="372" y="2721"/>
                  </a:cubicBezTo>
                  <a:cubicBezTo>
                    <a:pt x="489" y="2837"/>
                    <a:pt x="603" y="2962"/>
                    <a:pt x="705" y="3093"/>
                  </a:cubicBezTo>
                  <a:cubicBezTo>
                    <a:pt x="1274" y="2746"/>
                    <a:pt x="1935" y="2554"/>
                    <a:pt x="2610" y="2554"/>
                  </a:cubicBezTo>
                  <a:lnTo>
                    <a:pt x="3095" y="2554"/>
                  </a:lnTo>
                  <a:cubicBezTo>
                    <a:pt x="2476" y="1500"/>
                    <a:pt x="1594" y="617"/>
                    <a:pt x="5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6"/>
            <p:cNvSpPr/>
            <p:nvPr/>
          </p:nvSpPr>
          <p:spPr>
            <a:xfrm>
              <a:off x="5676600" y="1801925"/>
              <a:ext cx="77275" cy="77400"/>
            </a:xfrm>
            <a:custGeom>
              <a:rect b="b" l="l" r="r" t="t"/>
              <a:pathLst>
                <a:path extrusionOk="0" h="3096" w="3091">
                  <a:moveTo>
                    <a:pt x="703" y="0"/>
                  </a:moveTo>
                  <a:cubicBezTo>
                    <a:pt x="601" y="128"/>
                    <a:pt x="489" y="250"/>
                    <a:pt x="370" y="372"/>
                  </a:cubicBezTo>
                  <a:cubicBezTo>
                    <a:pt x="254" y="489"/>
                    <a:pt x="129" y="600"/>
                    <a:pt x="1" y="705"/>
                  </a:cubicBezTo>
                  <a:cubicBezTo>
                    <a:pt x="348" y="1275"/>
                    <a:pt x="537" y="1932"/>
                    <a:pt x="537" y="2610"/>
                  </a:cubicBezTo>
                  <a:lnTo>
                    <a:pt x="537" y="3095"/>
                  </a:lnTo>
                  <a:cubicBezTo>
                    <a:pt x="1591" y="2474"/>
                    <a:pt x="2474" y="1594"/>
                    <a:pt x="3090" y="542"/>
                  </a:cubicBezTo>
                  <a:lnTo>
                    <a:pt x="2605" y="542"/>
                  </a:lnTo>
                  <a:cubicBezTo>
                    <a:pt x="1930" y="542"/>
                    <a:pt x="1269" y="350"/>
                    <a:pt x="7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6"/>
            <p:cNvSpPr/>
            <p:nvPr/>
          </p:nvSpPr>
          <p:spPr>
            <a:xfrm>
              <a:off x="5533875" y="1502275"/>
              <a:ext cx="130050" cy="112725"/>
            </a:xfrm>
            <a:custGeom>
              <a:rect b="b" l="l" r="r" t="t"/>
              <a:pathLst>
                <a:path extrusionOk="0" h="4509" w="5202">
                  <a:moveTo>
                    <a:pt x="0" y="1"/>
                  </a:moveTo>
                  <a:lnTo>
                    <a:pt x="0" y="3174"/>
                  </a:lnTo>
                  <a:cubicBezTo>
                    <a:pt x="0" y="3662"/>
                    <a:pt x="136" y="4117"/>
                    <a:pt x="370" y="4509"/>
                  </a:cubicBezTo>
                  <a:cubicBezTo>
                    <a:pt x="1052" y="4159"/>
                    <a:pt x="1813" y="3976"/>
                    <a:pt x="2601" y="3976"/>
                  </a:cubicBezTo>
                  <a:cubicBezTo>
                    <a:pt x="3387" y="3976"/>
                    <a:pt x="4156" y="4159"/>
                    <a:pt x="4836" y="4509"/>
                  </a:cubicBezTo>
                  <a:cubicBezTo>
                    <a:pt x="5066" y="4117"/>
                    <a:pt x="5202" y="3662"/>
                    <a:pt x="5202" y="3174"/>
                  </a:cubicBezTo>
                  <a:lnTo>
                    <a:pt x="520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6"/>
            <p:cNvSpPr/>
            <p:nvPr/>
          </p:nvSpPr>
          <p:spPr>
            <a:xfrm>
              <a:off x="5708400" y="1659325"/>
              <a:ext cx="112700" cy="130000"/>
            </a:xfrm>
            <a:custGeom>
              <a:rect b="b" l="l" r="r" t="t"/>
              <a:pathLst>
                <a:path extrusionOk="0" h="5200" w="4508">
                  <a:moveTo>
                    <a:pt x="1338" y="0"/>
                  </a:moveTo>
                  <a:lnTo>
                    <a:pt x="1338" y="3"/>
                  </a:lnTo>
                  <a:cubicBezTo>
                    <a:pt x="847" y="3"/>
                    <a:pt x="394" y="139"/>
                    <a:pt x="0" y="372"/>
                  </a:cubicBezTo>
                  <a:cubicBezTo>
                    <a:pt x="353" y="1055"/>
                    <a:pt x="536" y="1813"/>
                    <a:pt x="536" y="2601"/>
                  </a:cubicBezTo>
                  <a:cubicBezTo>
                    <a:pt x="536" y="3390"/>
                    <a:pt x="353" y="4150"/>
                    <a:pt x="0" y="4833"/>
                  </a:cubicBezTo>
                  <a:cubicBezTo>
                    <a:pt x="389" y="5066"/>
                    <a:pt x="847" y="5199"/>
                    <a:pt x="1338" y="5199"/>
                  </a:cubicBezTo>
                  <a:lnTo>
                    <a:pt x="4508" y="5199"/>
                  </a:lnTo>
                  <a:lnTo>
                    <a:pt x="450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6"/>
            <p:cNvSpPr/>
            <p:nvPr/>
          </p:nvSpPr>
          <p:spPr>
            <a:xfrm>
              <a:off x="5534000" y="1833850"/>
              <a:ext cx="130000" cy="112725"/>
            </a:xfrm>
            <a:custGeom>
              <a:rect b="b" l="l" r="r" t="t"/>
              <a:pathLst>
                <a:path extrusionOk="0" h="4509" w="5200">
                  <a:moveTo>
                    <a:pt x="367" y="0"/>
                  </a:moveTo>
                  <a:cubicBezTo>
                    <a:pt x="134" y="392"/>
                    <a:pt x="1" y="847"/>
                    <a:pt x="1" y="1335"/>
                  </a:cubicBezTo>
                  <a:lnTo>
                    <a:pt x="1" y="4508"/>
                  </a:lnTo>
                  <a:lnTo>
                    <a:pt x="5200" y="4508"/>
                  </a:lnTo>
                  <a:lnTo>
                    <a:pt x="5200" y="1335"/>
                  </a:lnTo>
                  <a:cubicBezTo>
                    <a:pt x="5200" y="847"/>
                    <a:pt x="5067" y="392"/>
                    <a:pt x="4833" y="0"/>
                  </a:cubicBezTo>
                  <a:cubicBezTo>
                    <a:pt x="4148" y="350"/>
                    <a:pt x="3390" y="533"/>
                    <a:pt x="2602" y="533"/>
                  </a:cubicBezTo>
                  <a:cubicBezTo>
                    <a:pt x="1813" y="533"/>
                    <a:pt x="1050" y="347"/>
                    <a:pt x="3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6"/>
            <p:cNvSpPr/>
            <p:nvPr/>
          </p:nvSpPr>
          <p:spPr>
            <a:xfrm>
              <a:off x="5376900" y="1659400"/>
              <a:ext cx="112725" cy="130050"/>
            </a:xfrm>
            <a:custGeom>
              <a:rect b="b" l="l" r="r" t="t"/>
              <a:pathLst>
                <a:path extrusionOk="0" h="5202" w="4509">
                  <a:moveTo>
                    <a:pt x="1" y="0"/>
                  </a:moveTo>
                  <a:lnTo>
                    <a:pt x="1" y="5202"/>
                  </a:lnTo>
                  <a:lnTo>
                    <a:pt x="3171" y="5202"/>
                  </a:lnTo>
                  <a:cubicBezTo>
                    <a:pt x="3662" y="5202"/>
                    <a:pt x="4114" y="5066"/>
                    <a:pt x="4508" y="4830"/>
                  </a:cubicBezTo>
                  <a:cubicBezTo>
                    <a:pt x="4156" y="4147"/>
                    <a:pt x="3973" y="3387"/>
                    <a:pt x="3973" y="2598"/>
                  </a:cubicBezTo>
                  <a:cubicBezTo>
                    <a:pt x="3973" y="1810"/>
                    <a:pt x="4156" y="1052"/>
                    <a:pt x="4508" y="369"/>
                  </a:cubicBezTo>
                  <a:cubicBezTo>
                    <a:pt x="4120" y="136"/>
                    <a:pt x="3662" y="0"/>
                    <a:pt x="317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6"/>
            <p:cNvSpPr/>
            <p:nvPr/>
          </p:nvSpPr>
          <p:spPr>
            <a:xfrm>
              <a:off x="5502225" y="1627675"/>
              <a:ext cx="193425" cy="193425"/>
            </a:xfrm>
            <a:custGeom>
              <a:rect b="b" l="l" r="r" t="t"/>
              <a:pathLst>
                <a:path extrusionOk="0" h="7737" w="7737">
                  <a:moveTo>
                    <a:pt x="3870" y="1"/>
                  </a:moveTo>
                  <a:cubicBezTo>
                    <a:pt x="1733" y="1"/>
                    <a:pt x="1" y="1733"/>
                    <a:pt x="1" y="3867"/>
                  </a:cubicBezTo>
                  <a:cubicBezTo>
                    <a:pt x="1" y="6005"/>
                    <a:pt x="1733" y="7737"/>
                    <a:pt x="3870" y="7737"/>
                  </a:cubicBezTo>
                  <a:cubicBezTo>
                    <a:pt x="6004" y="7737"/>
                    <a:pt x="7736" y="6005"/>
                    <a:pt x="7736" y="3867"/>
                  </a:cubicBezTo>
                  <a:cubicBezTo>
                    <a:pt x="7736" y="1733"/>
                    <a:pt x="6004" y="1"/>
                    <a:pt x="38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7"/>
          <p:cNvSpPr txBox="1"/>
          <p:nvPr>
            <p:ph idx="5" type="subTitle"/>
          </p:nvPr>
        </p:nvSpPr>
        <p:spPr>
          <a:xfrm>
            <a:off x="1910600" y="2743925"/>
            <a:ext cx="2689800" cy="73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Using a novel component, called </a:t>
            </a:r>
            <a:r>
              <a:rPr i="1" lang="en"/>
              <a:t>Repainting Residual Block (RRB)</a:t>
            </a:r>
            <a:endParaRPr i="1"/>
          </a:p>
        </p:txBody>
      </p:sp>
      <p:sp>
        <p:nvSpPr>
          <p:cNvPr id="597" name="Google Shape;597;p47"/>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Part-feature Repainting</a:t>
            </a:r>
            <a:endParaRPr/>
          </a:p>
        </p:txBody>
      </p:sp>
      <p:sp>
        <p:nvSpPr>
          <p:cNvPr id="598" name="Google Shape;598;p47"/>
          <p:cNvSpPr txBox="1"/>
          <p:nvPr>
            <p:ph idx="1" type="subTitle"/>
          </p:nvPr>
        </p:nvSpPr>
        <p:spPr>
          <a:xfrm>
            <a:off x="1910603" y="1867375"/>
            <a:ext cx="26898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Imitating the human’s ability to complete a region by adding unseen elements</a:t>
            </a:r>
            <a:endParaRPr/>
          </a:p>
          <a:p>
            <a:pPr indent="0" lvl="0" marL="0" rtl="0" algn="l">
              <a:spcBef>
                <a:spcPts val="0"/>
              </a:spcBef>
              <a:spcAft>
                <a:spcPts val="0"/>
              </a:spcAft>
              <a:buNone/>
            </a:pPr>
            <a:r>
              <a:t/>
            </a:r>
            <a:endParaRPr/>
          </a:p>
        </p:txBody>
      </p:sp>
      <p:sp>
        <p:nvSpPr>
          <p:cNvPr id="599" name="Google Shape;599;p47"/>
          <p:cNvSpPr txBox="1"/>
          <p:nvPr>
            <p:ph idx="3" type="subTitle"/>
          </p:nvPr>
        </p:nvSpPr>
        <p:spPr>
          <a:xfrm>
            <a:off x="1910600" y="3769225"/>
            <a:ext cx="2689800" cy="84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Processing each layer, maintaing a strong connection between them</a:t>
            </a:r>
            <a:endParaRPr/>
          </a:p>
        </p:txBody>
      </p:sp>
      <p:sp>
        <p:nvSpPr>
          <p:cNvPr id="600" name="Google Shape;600;p47"/>
          <p:cNvSpPr txBox="1"/>
          <p:nvPr>
            <p:ph idx="9" type="subTitle"/>
          </p:nvPr>
        </p:nvSpPr>
        <p:spPr>
          <a:xfrm>
            <a:off x="5813380" y="2227675"/>
            <a:ext cx="26898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Transferring procedures</a:t>
            </a:r>
            <a:endParaRPr/>
          </a:p>
        </p:txBody>
      </p:sp>
      <p:sp>
        <p:nvSpPr>
          <p:cNvPr id="601" name="Google Shape;601;p47"/>
          <p:cNvSpPr txBox="1"/>
          <p:nvPr>
            <p:ph idx="14" type="subTitle"/>
          </p:nvPr>
        </p:nvSpPr>
        <p:spPr>
          <a:xfrm>
            <a:off x="5813375" y="3255700"/>
            <a:ext cx="3197700" cy="77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Reconstructing the whole-feature with convolutional methods</a:t>
            </a:r>
            <a:endParaRPr/>
          </a:p>
        </p:txBody>
      </p:sp>
      <p:sp>
        <p:nvSpPr>
          <p:cNvPr id="602" name="Google Shape;602;p47"/>
          <p:cNvSpPr/>
          <p:nvPr/>
        </p:nvSpPr>
        <p:spPr>
          <a:xfrm>
            <a:off x="4959488" y="20608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7"/>
          <p:cNvSpPr/>
          <p:nvPr/>
        </p:nvSpPr>
        <p:spPr>
          <a:xfrm>
            <a:off x="4959488" y="31583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7"/>
          <p:cNvSpPr/>
          <p:nvPr/>
        </p:nvSpPr>
        <p:spPr>
          <a:xfrm>
            <a:off x="1022538" y="15083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7"/>
          <p:cNvSpPr/>
          <p:nvPr/>
        </p:nvSpPr>
        <p:spPr>
          <a:xfrm>
            <a:off x="1022538" y="260582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7"/>
          <p:cNvSpPr/>
          <p:nvPr/>
        </p:nvSpPr>
        <p:spPr>
          <a:xfrm>
            <a:off x="1022538" y="370330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 name="Google Shape;607;p47"/>
          <p:cNvGrpSpPr/>
          <p:nvPr/>
        </p:nvGrpSpPr>
        <p:grpSpPr>
          <a:xfrm>
            <a:off x="1189313" y="3869950"/>
            <a:ext cx="444125" cy="444125"/>
            <a:chOff x="5194475" y="819400"/>
            <a:chExt cx="444125" cy="444125"/>
          </a:xfrm>
        </p:grpSpPr>
        <p:sp>
          <p:nvSpPr>
            <p:cNvPr id="608" name="Google Shape;608;p47"/>
            <p:cNvSpPr/>
            <p:nvPr/>
          </p:nvSpPr>
          <p:spPr>
            <a:xfrm>
              <a:off x="5222100" y="819400"/>
              <a:ext cx="138250" cy="138250"/>
            </a:xfrm>
            <a:custGeom>
              <a:rect b="b" l="l" r="r" t="t"/>
              <a:pathLst>
                <a:path extrusionOk="0" h="5530" w="5530">
                  <a:moveTo>
                    <a:pt x="2765" y="0"/>
                  </a:moveTo>
                  <a:cubicBezTo>
                    <a:pt x="1238" y="0"/>
                    <a:pt x="0" y="1238"/>
                    <a:pt x="0" y="2765"/>
                  </a:cubicBezTo>
                  <a:cubicBezTo>
                    <a:pt x="0" y="4292"/>
                    <a:pt x="1238" y="5530"/>
                    <a:pt x="2765" y="5530"/>
                  </a:cubicBezTo>
                  <a:cubicBezTo>
                    <a:pt x="4291" y="5530"/>
                    <a:pt x="5529" y="4292"/>
                    <a:pt x="5529" y="2765"/>
                  </a:cubicBezTo>
                  <a:cubicBezTo>
                    <a:pt x="5529" y="1238"/>
                    <a:pt x="4291" y="0"/>
                    <a:pt x="27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7"/>
            <p:cNvSpPr/>
            <p:nvPr/>
          </p:nvSpPr>
          <p:spPr>
            <a:xfrm>
              <a:off x="5352400" y="930000"/>
              <a:ext cx="286200" cy="333525"/>
            </a:xfrm>
            <a:custGeom>
              <a:rect b="b" l="l" r="r" t="t"/>
              <a:pathLst>
                <a:path extrusionOk="0" h="13341" w="11448">
                  <a:moveTo>
                    <a:pt x="10279" y="1"/>
                  </a:moveTo>
                  <a:lnTo>
                    <a:pt x="10279" y="3870"/>
                  </a:lnTo>
                  <a:cubicBezTo>
                    <a:pt x="10279" y="4886"/>
                    <a:pt x="9882" y="5841"/>
                    <a:pt x="9166" y="6557"/>
                  </a:cubicBezTo>
                  <a:cubicBezTo>
                    <a:pt x="8447" y="7276"/>
                    <a:pt x="7490" y="7673"/>
                    <a:pt x="6477" y="7673"/>
                  </a:cubicBezTo>
                  <a:cubicBezTo>
                    <a:pt x="5463" y="7673"/>
                    <a:pt x="4506" y="7276"/>
                    <a:pt x="3787" y="6557"/>
                  </a:cubicBezTo>
                  <a:cubicBezTo>
                    <a:pt x="3068" y="5841"/>
                    <a:pt x="2674" y="4883"/>
                    <a:pt x="2674" y="3870"/>
                  </a:cubicBezTo>
                  <a:lnTo>
                    <a:pt x="2674" y="2291"/>
                  </a:lnTo>
                  <a:cubicBezTo>
                    <a:pt x="1627" y="3079"/>
                    <a:pt x="723" y="4039"/>
                    <a:pt x="1" y="5128"/>
                  </a:cubicBezTo>
                  <a:cubicBezTo>
                    <a:pt x="359" y="5397"/>
                    <a:pt x="700" y="5688"/>
                    <a:pt x="1022" y="6010"/>
                  </a:cubicBezTo>
                  <a:cubicBezTo>
                    <a:pt x="2735" y="7723"/>
                    <a:pt x="3679" y="10002"/>
                    <a:pt x="3679" y="12425"/>
                  </a:cubicBezTo>
                  <a:lnTo>
                    <a:pt x="3679" y="13341"/>
                  </a:lnTo>
                  <a:lnTo>
                    <a:pt x="11448" y="13341"/>
                  </a:lnTo>
                  <a:lnTo>
                    <a:pt x="1144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7"/>
            <p:cNvSpPr/>
            <p:nvPr/>
          </p:nvSpPr>
          <p:spPr>
            <a:xfrm>
              <a:off x="5445050" y="819400"/>
              <a:ext cx="138325" cy="276475"/>
            </a:xfrm>
            <a:custGeom>
              <a:rect b="b" l="l" r="r" t="t"/>
              <a:pathLst>
                <a:path extrusionOk="0" h="11059" w="5533">
                  <a:moveTo>
                    <a:pt x="2768" y="0"/>
                  </a:moveTo>
                  <a:cubicBezTo>
                    <a:pt x="1241" y="0"/>
                    <a:pt x="0" y="1238"/>
                    <a:pt x="0" y="2765"/>
                  </a:cubicBezTo>
                  <a:lnTo>
                    <a:pt x="0" y="8294"/>
                  </a:lnTo>
                  <a:cubicBezTo>
                    <a:pt x="0" y="9821"/>
                    <a:pt x="1241" y="11059"/>
                    <a:pt x="2768" y="11059"/>
                  </a:cubicBezTo>
                  <a:cubicBezTo>
                    <a:pt x="4294" y="11059"/>
                    <a:pt x="5532" y="9821"/>
                    <a:pt x="5532" y="8294"/>
                  </a:cubicBezTo>
                  <a:lnTo>
                    <a:pt x="5532" y="2765"/>
                  </a:lnTo>
                  <a:cubicBezTo>
                    <a:pt x="5532" y="1238"/>
                    <a:pt x="4294" y="0"/>
                    <a:pt x="27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7"/>
            <p:cNvSpPr/>
            <p:nvPr/>
          </p:nvSpPr>
          <p:spPr>
            <a:xfrm>
              <a:off x="5194475" y="1039775"/>
              <a:ext cx="223750" cy="223750"/>
            </a:xfrm>
            <a:custGeom>
              <a:rect b="b" l="l" r="r" t="t"/>
              <a:pathLst>
                <a:path extrusionOk="0" h="8950" w="8950">
                  <a:moveTo>
                    <a:pt x="0" y="1"/>
                  </a:moveTo>
                  <a:lnTo>
                    <a:pt x="0" y="8950"/>
                  </a:lnTo>
                  <a:lnTo>
                    <a:pt x="8949" y="8950"/>
                  </a:lnTo>
                  <a:lnTo>
                    <a:pt x="8949" y="8034"/>
                  </a:lnTo>
                  <a:cubicBezTo>
                    <a:pt x="8946" y="5888"/>
                    <a:pt x="8114" y="3870"/>
                    <a:pt x="6593" y="2355"/>
                  </a:cubicBezTo>
                  <a:cubicBezTo>
                    <a:pt x="5077" y="839"/>
                    <a:pt x="3056" y="1"/>
                    <a:pt x="9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 name="Google Shape;612;p47"/>
          <p:cNvGrpSpPr/>
          <p:nvPr/>
        </p:nvGrpSpPr>
        <p:grpSpPr>
          <a:xfrm>
            <a:off x="1222438" y="2772625"/>
            <a:ext cx="389325" cy="444000"/>
            <a:chOff x="3977325" y="818275"/>
            <a:chExt cx="389325" cy="444000"/>
          </a:xfrm>
        </p:grpSpPr>
        <p:sp>
          <p:nvSpPr>
            <p:cNvPr id="613" name="Google Shape;613;p47"/>
            <p:cNvSpPr/>
            <p:nvPr/>
          </p:nvSpPr>
          <p:spPr>
            <a:xfrm>
              <a:off x="3977325" y="1034225"/>
              <a:ext cx="389325" cy="228050"/>
            </a:xfrm>
            <a:custGeom>
              <a:rect b="b" l="l" r="r" t="t"/>
              <a:pathLst>
                <a:path extrusionOk="0" h="9122" w="15573">
                  <a:moveTo>
                    <a:pt x="2254" y="1"/>
                  </a:moveTo>
                  <a:lnTo>
                    <a:pt x="1" y="3462"/>
                  </a:lnTo>
                  <a:lnTo>
                    <a:pt x="7786" y="9122"/>
                  </a:lnTo>
                  <a:lnTo>
                    <a:pt x="15572" y="3459"/>
                  </a:lnTo>
                  <a:lnTo>
                    <a:pt x="13313" y="1"/>
                  </a:lnTo>
                  <a:lnTo>
                    <a:pt x="11320" y="1"/>
                  </a:lnTo>
                  <a:lnTo>
                    <a:pt x="7786" y="3534"/>
                  </a:lnTo>
                  <a:lnTo>
                    <a:pt x="425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7"/>
            <p:cNvSpPr/>
            <p:nvPr/>
          </p:nvSpPr>
          <p:spPr>
            <a:xfrm>
              <a:off x="4038250" y="818275"/>
              <a:ext cx="267475" cy="267550"/>
            </a:xfrm>
            <a:custGeom>
              <a:rect b="b" l="l" r="r" t="t"/>
              <a:pathLst>
                <a:path extrusionOk="0" h="10702" w="10699">
                  <a:moveTo>
                    <a:pt x="5349" y="3185"/>
                  </a:moveTo>
                  <a:lnTo>
                    <a:pt x="7512" y="5347"/>
                  </a:lnTo>
                  <a:lnTo>
                    <a:pt x="5349" y="7509"/>
                  </a:lnTo>
                  <a:lnTo>
                    <a:pt x="3187" y="5347"/>
                  </a:lnTo>
                  <a:lnTo>
                    <a:pt x="5349" y="3185"/>
                  </a:lnTo>
                  <a:close/>
                  <a:moveTo>
                    <a:pt x="5349" y="1"/>
                  </a:moveTo>
                  <a:lnTo>
                    <a:pt x="1" y="5350"/>
                  </a:lnTo>
                  <a:lnTo>
                    <a:pt x="5349" y="10701"/>
                  </a:lnTo>
                  <a:lnTo>
                    <a:pt x="10698" y="5350"/>
                  </a:lnTo>
                  <a:lnTo>
                    <a:pt x="534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 name="Google Shape;615;p47"/>
          <p:cNvGrpSpPr/>
          <p:nvPr/>
        </p:nvGrpSpPr>
        <p:grpSpPr>
          <a:xfrm>
            <a:off x="1022526" y="3703342"/>
            <a:ext cx="777600" cy="736854"/>
            <a:chOff x="714038" y="2107175"/>
            <a:chExt cx="777600" cy="777600"/>
          </a:xfrm>
        </p:grpSpPr>
        <p:sp>
          <p:nvSpPr>
            <p:cNvPr id="616" name="Google Shape;616;p47"/>
            <p:cNvSpPr/>
            <p:nvPr/>
          </p:nvSpPr>
          <p:spPr>
            <a:xfrm>
              <a:off x="714038" y="21071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7" name="Google Shape;617;p47"/>
            <p:cNvGrpSpPr/>
            <p:nvPr/>
          </p:nvGrpSpPr>
          <p:grpSpPr>
            <a:xfrm>
              <a:off x="880763" y="2273913"/>
              <a:ext cx="444150" cy="444125"/>
              <a:chOff x="1018425" y="2206075"/>
              <a:chExt cx="444150" cy="444125"/>
            </a:xfrm>
          </p:grpSpPr>
          <p:sp>
            <p:nvSpPr>
              <p:cNvPr id="618" name="Google Shape;618;p47"/>
              <p:cNvSpPr/>
              <p:nvPr/>
            </p:nvSpPr>
            <p:spPr>
              <a:xfrm>
                <a:off x="1057575" y="2206075"/>
                <a:ext cx="405000" cy="405000"/>
              </a:xfrm>
              <a:custGeom>
                <a:rect b="b" l="l" r="r" t="t"/>
                <a:pathLst>
                  <a:path extrusionOk="0" h="16200" w="16200">
                    <a:moveTo>
                      <a:pt x="0" y="0"/>
                    </a:moveTo>
                    <a:lnTo>
                      <a:pt x="3317" y="3317"/>
                    </a:lnTo>
                    <a:lnTo>
                      <a:pt x="12882" y="3317"/>
                    </a:lnTo>
                    <a:lnTo>
                      <a:pt x="12882" y="12882"/>
                    </a:lnTo>
                    <a:lnTo>
                      <a:pt x="16199" y="16199"/>
                    </a:lnTo>
                    <a:lnTo>
                      <a:pt x="1619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7"/>
              <p:cNvSpPr/>
              <p:nvPr/>
            </p:nvSpPr>
            <p:spPr>
              <a:xfrm>
                <a:off x="1018425" y="2245125"/>
                <a:ext cx="405000" cy="405075"/>
              </a:xfrm>
              <a:custGeom>
                <a:rect b="b" l="l" r="r" t="t"/>
                <a:pathLst>
                  <a:path extrusionOk="0" h="16203" w="16200">
                    <a:moveTo>
                      <a:pt x="1" y="1"/>
                    </a:moveTo>
                    <a:lnTo>
                      <a:pt x="1" y="16203"/>
                    </a:lnTo>
                    <a:lnTo>
                      <a:pt x="16200" y="16203"/>
                    </a:lnTo>
                    <a:lnTo>
                      <a:pt x="12888" y="12886"/>
                    </a:lnTo>
                    <a:lnTo>
                      <a:pt x="3318" y="12886"/>
                    </a:lnTo>
                    <a:lnTo>
                      <a:pt x="3318" y="3318"/>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7"/>
              <p:cNvSpPr/>
              <p:nvPr/>
            </p:nvSpPr>
            <p:spPr>
              <a:xfrm>
                <a:off x="1156600" y="2344225"/>
                <a:ext cx="167800" cy="167750"/>
              </a:xfrm>
              <a:custGeom>
                <a:rect b="b" l="l" r="r" t="t"/>
                <a:pathLst>
                  <a:path extrusionOk="0" h="6710" w="6712">
                    <a:moveTo>
                      <a:pt x="3356" y="1"/>
                    </a:moveTo>
                    <a:cubicBezTo>
                      <a:pt x="1502" y="1"/>
                      <a:pt x="0" y="1502"/>
                      <a:pt x="0" y="3354"/>
                    </a:cubicBezTo>
                    <a:cubicBezTo>
                      <a:pt x="0" y="5208"/>
                      <a:pt x="1502" y="6709"/>
                      <a:pt x="3356" y="6709"/>
                    </a:cubicBezTo>
                    <a:cubicBezTo>
                      <a:pt x="5210" y="6709"/>
                      <a:pt x="6712" y="5208"/>
                      <a:pt x="6712" y="3354"/>
                    </a:cubicBezTo>
                    <a:cubicBezTo>
                      <a:pt x="6712" y="1502"/>
                      <a:pt x="5210" y="1"/>
                      <a:pt x="33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1" name="Google Shape;621;p47"/>
          <p:cNvGrpSpPr/>
          <p:nvPr/>
        </p:nvGrpSpPr>
        <p:grpSpPr>
          <a:xfrm>
            <a:off x="1022550" y="2607705"/>
            <a:ext cx="777600" cy="736854"/>
            <a:chOff x="5051506" y="1212150"/>
            <a:chExt cx="777600" cy="777600"/>
          </a:xfrm>
        </p:grpSpPr>
        <p:sp>
          <p:nvSpPr>
            <p:cNvPr id="622" name="Google Shape;622;p47"/>
            <p:cNvSpPr/>
            <p:nvPr/>
          </p:nvSpPr>
          <p:spPr>
            <a:xfrm>
              <a:off x="5051506" y="12121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7"/>
            <p:cNvSpPr/>
            <p:nvPr/>
          </p:nvSpPr>
          <p:spPr>
            <a:xfrm>
              <a:off x="5218244" y="1377925"/>
              <a:ext cx="444125" cy="388900"/>
            </a:xfrm>
            <a:custGeom>
              <a:rect b="b" l="l" r="r" t="t"/>
              <a:pathLst>
                <a:path extrusionOk="0" h="15556" w="17765">
                  <a:moveTo>
                    <a:pt x="8882" y="0"/>
                  </a:moveTo>
                  <a:lnTo>
                    <a:pt x="0" y="15555"/>
                  </a:lnTo>
                  <a:lnTo>
                    <a:pt x="17765" y="15555"/>
                  </a:lnTo>
                  <a:lnTo>
                    <a:pt x="16441" y="13238"/>
                  </a:lnTo>
                  <a:lnTo>
                    <a:pt x="3989" y="13238"/>
                  </a:lnTo>
                  <a:lnTo>
                    <a:pt x="8880" y="4669"/>
                  </a:lnTo>
                  <a:lnTo>
                    <a:pt x="11128" y="8605"/>
                  </a:lnTo>
                  <a:lnTo>
                    <a:pt x="9304" y="8605"/>
                  </a:lnTo>
                  <a:lnTo>
                    <a:pt x="7980" y="10923"/>
                  </a:lnTo>
                  <a:lnTo>
                    <a:pt x="15122" y="10923"/>
                  </a:lnTo>
                  <a:lnTo>
                    <a:pt x="88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 name="Google Shape;624;p47"/>
          <p:cNvGrpSpPr/>
          <p:nvPr/>
        </p:nvGrpSpPr>
        <p:grpSpPr>
          <a:xfrm>
            <a:off x="1065436" y="3782004"/>
            <a:ext cx="734988" cy="670913"/>
            <a:chOff x="5923325" y="2951363"/>
            <a:chExt cx="777600" cy="777600"/>
          </a:xfrm>
        </p:grpSpPr>
        <p:sp>
          <p:nvSpPr>
            <p:cNvPr id="625" name="Google Shape;625;p47"/>
            <p:cNvSpPr/>
            <p:nvPr/>
          </p:nvSpPr>
          <p:spPr>
            <a:xfrm>
              <a:off x="5923325" y="2951363"/>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6" name="Google Shape;626;p47"/>
            <p:cNvGrpSpPr/>
            <p:nvPr/>
          </p:nvGrpSpPr>
          <p:grpSpPr>
            <a:xfrm>
              <a:off x="6090063" y="3118050"/>
              <a:ext cx="444125" cy="444225"/>
              <a:chOff x="4317700" y="2807825"/>
              <a:chExt cx="444125" cy="444225"/>
            </a:xfrm>
          </p:grpSpPr>
          <p:sp>
            <p:nvSpPr>
              <p:cNvPr id="627" name="Google Shape;627;p47"/>
              <p:cNvSpPr/>
              <p:nvPr/>
            </p:nvSpPr>
            <p:spPr>
              <a:xfrm>
                <a:off x="4317700" y="2807900"/>
                <a:ext cx="444125" cy="444150"/>
              </a:xfrm>
              <a:custGeom>
                <a:rect b="b" l="l" r="r" t="t"/>
                <a:pathLst>
                  <a:path extrusionOk="0" h="17766" w="17765">
                    <a:moveTo>
                      <a:pt x="0" y="1"/>
                    </a:moveTo>
                    <a:lnTo>
                      <a:pt x="0" y="17765"/>
                    </a:lnTo>
                    <a:lnTo>
                      <a:pt x="17765" y="17765"/>
                    </a:lnTo>
                    <a:lnTo>
                      <a:pt x="17765" y="1"/>
                    </a:lnTo>
                    <a:lnTo>
                      <a:pt x="14448" y="1"/>
                    </a:lnTo>
                    <a:lnTo>
                      <a:pt x="14448" y="13307"/>
                    </a:lnTo>
                    <a:lnTo>
                      <a:pt x="3317" y="9991"/>
                    </a:lnTo>
                    <a:lnTo>
                      <a:pt x="33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7"/>
              <p:cNvSpPr/>
              <p:nvPr/>
            </p:nvSpPr>
            <p:spPr>
              <a:xfrm>
                <a:off x="4456000" y="2807825"/>
                <a:ext cx="167675" cy="258525"/>
              </a:xfrm>
              <a:custGeom>
                <a:rect b="b" l="l" r="r" t="t"/>
                <a:pathLst>
                  <a:path extrusionOk="0" h="10341" w="6707">
                    <a:moveTo>
                      <a:pt x="0" y="1"/>
                    </a:moveTo>
                    <a:lnTo>
                      <a:pt x="0" y="8342"/>
                    </a:lnTo>
                    <a:lnTo>
                      <a:pt x="6706" y="10340"/>
                    </a:lnTo>
                    <a:lnTo>
                      <a:pt x="67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9" name="Google Shape;629;p47"/>
          <p:cNvGrpSpPr/>
          <p:nvPr/>
        </p:nvGrpSpPr>
        <p:grpSpPr>
          <a:xfrm>
            <a:off x="5124685" y="2227739"/>
            <a:ext cx="444139" cy="444283"/>
            <a:chOff x="1586000" y="2197525"/>
            <a:chExt cx="444050" cy="444150"/>
          </a:xfrm>
        </p:grpSpPr>
        <p:sp>
          <p:nvSpPr>
            <p:cNvPr id="630" name="Google Shape;630;p47"/>
            <p:cNvSpPr/>
            <p:nvPr/>
          </p:nvSpPr>
          <p:spPr>
            <a:xfrm>
              <a:off x="1785500" y="2252775"/>
              <a:ext cx="44925" cy="48800"/>
            </a:xfrm>
            <a:custGeom>
              <a:rect b="b" l="l" r="r" t="t"/>
              <a:pathLst>
                <a:path extrusionOk="0" h="1952" w="1797">
                  <a:moveTo>
                    <a:pt x="0" y="0"/>
                  </a:moveTo>
                  <a:lnTo>
                    <a:pt x="0" y="1052"/>
                  </a:lnTo>
                  <a:cubicBezTo>
                    <a:pt x="0" y="1549"/>
                    <a:pt x="406" y="1951"/>
                    <a:pt x="900" y="1951"/>
                  </a:cubicBezTo>
                  <a:cubicBezTo>
                    <a:pt x="1394" y="1951"/>
                    <a:pt x="1796" y="1549"/>
                    <a:pt x="1796" y="1052"/>
                  </a:cubicBezTo>
                  <a:lnTo>
                    <a:pt x="179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7"/>
            <p:cNvSpPr/>
            <p:nvPr/>
          </p:nvSpPr>
          <p:spPr>
            <a:xfrm>
              <a:off x="1586000" y="2252775"/>
              <a:ext cx="119025" cy="333575"/>
            </a:xfrm>
            <a:custGeom>
              <a:rect b="b" l="l" r="r" t="t"/>
              <a:pathLst>
                <a:path extrusionOk="0" h="13343" w="4761">
                  <a:moveTo>
                    <a:pt x="0" y="0"/>
                  </a:moveTo>
                  <a:lnTo>
                    <a:pt x="0" y="13343"/>
                  </a:lnTo>
                  <a:lnTo>
                    <a:pt x="4178" y="13343"/>
                  </a:lnTo>
                  <a:lnTo>
                    <a:pt x="4178" y="12291"/>
                  </a:lnTo>
                  <a:cubicBezTo>
                    <a:pt x="4178" y="11472"/>
                    <a:pt x="4389" y="10698"/>
                    <a:pt x="4761" y="10026"/>
                  </a:cubicBezTo>
                  <a:lnTo>
                    <a:pt x="3317" y="10026"/>
                  </a:lnTo>
                  <a:lnTo>
                    <a:pt x="3317" y="3317"/>
                  </a:lnTo>
                  <a:lnTo>
                    <a:pt x="4761" y="3317"/>
                  </a:lnTo>
                  <a:cubicBezTo>
                    <a:pt x="4389" y="2645"/>
                    <a:pt x="4178" y="1871"/>
                    <a:pt x="4178" y="1052"/>
                  </a:cubicBezTo>
                  <a:lnTo>
                    <a:pt x="417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7"/>
            <p:cNvSpPr/>
            <p:nvPr/>
          </p:nvSpPr>
          <p:spPr>
            <a:xfrm>
              <a:off x="1785500" y="2537625"/>
              <a:ext cx="44925" cy="48800"/>
            </a:xfrm>
            <a:custGeom>
              <a:rect b="b" l="l" r="r" t="t"/>
              <a:pathLst>
                <a:path extrusionOk="0" h="1952" w="1797">
                  <a:moveTo>
                    <a:pt x="900" y="0"/>
                  </a:moveTo>
                  <a:cubicBezTo>
                    <a:pt x="403" y="0"/>
                    <a:pt x="0" y="403"/>
                    <a:pt x="0" y="900"/>
                  </a:cubicBezTo>
                  <a:lnTo>
                    <a:pt x="0" y="1952"/>
                  </a:lnTo>
                  <a:lnTo>
                    <a:pt x="1796" y="1952"/>
                  </a:lnTo>
                  <a:lnTo>
                    <a:pt x="1796" y="900"/>
                  </a:lnTo>
                  <a:cubicBezTo>
                    <a:pt x="1796" y="403"/>
                    <a:pt x="1394" y="0"/>
                    <a:pt x="9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7"/>
            <p:cNvSpPr/>
            <p:nvPr/>
          </p:nvSpPr>
          <p:spPr>
            <a:xfrm>
              <a:off x="1911025" y="2252775"/>
              <a:ext cx="119025" cy="333575"/>
            </a:xfrm>
            <a:custGeom>
              <a:rect b="b" l="l" r="r" t="t"/>
              <a:pathLst>
                <a:path extrusionOk="0" h="13343" w="4761">
                  <a:moveTo>
                    <a:pt x="583" y="0"/>
                  </a:moveTo>
                  <a:lnTo>
                    <a:pt x="583" y="1052"/>
                  </a:lnTo>
                  <a:cubicBezTo>
                    <a:pt x="583" y="1874"/>
                    <a:pt x="370" y="2645"/>
                    <a:pt x="1" y="3317"/>
                  </a:cubicBezTo>
                  <a:lnTo>
                    <a:pt x="1444" y="3317"/>
                  </a:lnTo>
                  <a:lnTo>
                    <a:pt x="1444" y="10026"/>
                  </a:lnTo>
                  <a:lnTo>
                    <a:pt x="1" y="10026"/>
                  </a:lnTo>
                  <a:cubicBezTo>
                    <a:pt x="370" y="10698"/>
                    <a:pt x="583" y="11472"/>
                    <a:pt x="583" y="12291"/>
                  </a:cubicBezTo>
                  <a:lnTo>
                    <a:pt x="583" y="13343"/>
                  </a:lnTo>
                  <a:lnTo>
                    <a:pt x="4761" y="13343"/>
                  </a:lnTo>
                  <a:lnTo>
                    <a:pt x="476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p:nvPr/>
          </p:nvSpPr>
          <p:spPr>
            <a:xfrm>
              <a:off x="1716375" y="2468500"/>
              <a:ext cx="183225" cy="173175"/>
            </a:xfrm>
            <a:custGeom>
              <a:rect b="b" l="l" r="r" t="t"/>
              <a:pathLst>
                <a:path extrusionOk="0" h="6927" w="7329">
                  <a:moveTo>
                    <a:pt x="3665" y="1"/>
                  </a:moveTo>
                  <a:cubicBezTo>
                    <a:pt x="1644" y="1"/>
                    <a:pt x="1" y="1647"/>
                    <a:pt x="1" y="3665"/>
                  </a:cubicBezTo>
                  <a:lnTo>
                    <a:pt x="1" y="6926"/>
                  </a:lnTo>
                  <a:lnTo>
                    <a:pt x="1724" y="6926"/>
                  </a:lnTo>
                  <a:lnTo>
                    <a:pt x="1724" y="3665"/>
                  </a:lnTo>
                  <a:cubicBezTo>
                    <a:pt x="1724" y="2596"/>
                    <a:pt x="2596" y="1725"/>
                    <a:pt x="3665" y="1725"/>
                  </a:cubicBezTo>
                  <a:cubicBezTo>
                    <a:pt x="4733" y="1725"/>
                    <a:pt x="5602" y="2596"/>
                    <a:pt x="5602" y="3665"/>
                  </a:cubicBezTo>
                  <a:lnTo>
                    <a:pt x="5602" y="6926"/>
                  </a:lnTo>
                  <a:lnTo>
                    <a:pt x="7329" y="6926"/>
                  </a:lnTo>
                  <a:lnTo>
                    <a:pt x="7329" y="3665"/>
                  </a:lnTo>
                  <a:cubicBezTo>
                    <a:pt x="7329" y="1647"/>
                    <a:pt x="5683" y="1"/>
                    <a:pt x="36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7"/>
            <p:cNvSpPr/>
            <p:nvPr/>
          </p:nvSpPr>
          <p:spPr>
            <a:xfrm>
              <a:off x="1716300" y="2197525"/>
              <a:ext cx="183300" cy="173175"/>
            </a:xfrm>
            <a:custGeom>
              <a:rect b="b" l="l" r="r" t="t"/>
              <a:pathLst>
                <a:path extrusionOk="0" h="6927" w="7332">
                  <a:moveTo>
                    <a:pt x="1" y="1"/>
                  </a:moveTo>
                  <a:lnTo>
                    <a:pt x="1" y="3262"/>
                  </a:lnTo>
                  <a:cubicBezTo>
                    <a:pt x="7" y="5283"/>
                    <a:pt x="1647" y="6926"/>
                    <a:pt x="3668" y="6926"/>
                  </a:cubicBezTo>
                  <a:cubicBezTo>
                    <a:pt x="5686" y="6926"/>
                    <a:pt x="7332" y="5283"/>
                    <a:pt x="7332" y="3262"/>
                  </a:cubicBezTo>
                  <a:lnTo>
                    <a:pt x="7332" y="1"/>
                  </a:lnTo>
                  <a:lnTo>
                    <a:pt x="5605" y="1"/>
                  </a:lnTo>
                  <a:lnTo>
                    <a:pt x="5605" y="3262"/>
                  </a:lnTo>
                  <a:cubicBezTo>
                    <a:pt x="5605" y="4331"/>
                    <a:pt x="4736" y="5202"/>
                    <a:pt x="3665" y="5202"/>
                  </a:cubicBezTo>
                  <a:cubicBezTo>
                    <a:pt x="2596" y="5202"/>
                    <a:pt x="1727" y="4331"/>
                    <a:pt x="1727" y="3262"/>
                  </a:cubicBezTo>
                  <a:lnTo>
                    <a:pt x="1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 name="Google Shape;636;p47"/>
          <p:cNvGrpSpPr/>
          <p:nvPr/>
        </p:nvGrpSpPr>
        <p:grpSpPr>
          <a:xfrm>
            <a:off x="5001936" y="3185609"/>
            <a:ext cx="734988" cy="736776"/>
            <a:chOff x="2453350" y="2951363"/>
            <a:chExt cx="777600" cy="777600"/>
          </a:xfrm>
        </p:grpSpPr>
        <p:sp>
          <p:nvSpPr>
            <p:cNvPr id="637" name="Google Shape;637;p47"/>
            <p:cNvSpPr/>
            <p:nvPr/>
          </p:nvSpPr>
          <p:spPr>
            <a:xfrm>
              <a:off x="2453350" y="2951363"/>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8" name="Google Shape;638;p47"/>
            <p:cNvGrpSpPr/>
            <p:nvPr/>
          </p:nvGrpSpPr>
          <p:grpSpPr>
            <a:xfrm>
              <a:off x="2649850" y="3118100"/>
              <a:ext cx="384600" cy="444125"/>
              <a:chOff x="2172000" y="2807150"/>
              <a:chExt cx="384600" cy="444125"/>
            </a:xfrm>
          </p:grpSpPr>
          <p:sp>
            <p:nvSpPr>
              <p:cNvPr id="639" name="Google Shape;639;p47"/>
              <p:cNvSpPr/>
              <p:nvPr/>
            </p:nvSpPr>
            <p:spPr>
              <a:xfrm>
                <a:off x="2338425" y="2944050"/>
                <a:ext cx="51725" cy="170400"/>
              </a:xfrm>
              <a:custGeom>
                <a:rect b="b" l="l" r="r" t="t"/>
                <a:pathLst>
                  <a:path extrusionOk="0" h="6816" w="2069">
                    <a:moveTo>
                      <a:pt x="1035" y="1"/>
                    </a:moveTo>
                    <a:cubicBezTo>
                      <a:pt x="464" y="1"/>
                      <a:pt x="0" y="1525"/>
                      <a:pt x="0" y="3406"/>
                    </a:cubicBezTo>
                    <a:cubicBezTo>
                      <a:pt x="0" y="5288"/>
                      <a:pt x="464" y="6815"/>
                      <a:pt x="1035" y="6815"/>
                    </a:cubicBezTo>
                    <a:cubicBezTo>
                      <a:pt x="1607" y="6815"/>
                      <a:pt x="2068" y="5288"/>
                      <a:pt x="2068" y="3406"/>
                    </a:cubicBezTo>
                    <a:cubicBezTo>
                      <a:pt x="2068" y="1525"/>
                      <a:pt x="1607" y="1"/>
                      <a:pt x="10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7"/>
              <p:cNvSpPr/>
              <p:nvPr/>
            </p:nvSpPr>
            <p:spPr>
              <a:xfrm>
                <a:off x="2172000" y="2807150"/>
                <a:ext cx="384600" cy="444125"/>
              </a:xfrm>
              <a:custGeom>
                <a:rect b="b" l="l" r="r" t="t"/>
                <a:pathLst>
                  <a:path extrusionOk="0" h="17765" w="15384">
                    <a:moveTo>
                      <a:pt x="7692" y="4019"/>
                    </a:moveTo>
                    <a:cubicBezTo>
                      <a:pt x="10374" y="4019"/>
                      <a:pt x="12555" y="6201"/>
                      <a:pt x="12555" y="8882"/>
                    </a:cubicBezTo>
                    <a:cubicBezTo>
                      <a:pt x="12558" y="11564"/>
                      <a:pt x="10374" y="13748"/>
                      <a:pt x="7692" y="13748"/>
                    </a:cubicBezTo>
                    <a:cubicBezTo>
                      <a:pt x="5011" y="13748"/>
                      <a:pt x="2829" y="11564"/>
                      <a:pt x="2829" y="8882"/>
                    </a:cubicBezTo>
                    <a:cubicBezTo>
                      <a:pt x="2829" y="6201"/>
                      <a:pt x="5011" y="4019"/>
                      <a:pt x="7692" y="4019"/>
                    </a:cubicBezTo>
                    <a:close/>
                    <a:moveTo>
                      <a:pt x="7692" y="0"/>
                    </a:moveTo>
                    <a:lnTo>
                      <a:pt x="1" y="4441"/>
                    </a:lnTo>
                    <a:lnTo>
                      <a:pt x="1" y="13324"/>
                    </a:lnTo>
                    <a:lnTo>
                      <a:pt x="7692" y="17765"/>
                    </a:lnTo>
                    <a:lnTo>
                      <a:pt x="15384" y="13324"/>
                    </a:lnTo>
                    <a:lnTo>
                      <a:pt x="15384" y="4441"/>
                    </a:lnTo>
                    <a:lnTo>
                      <a:pt x="769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7"/>
              <p:cNvSpPr/>
              <p:nvPr/>
            </p:nvSpPr>
            <p:spPr>
              <a:xfrm>
                <a:off x="2390600" y="2937250"/>
                <a:ext cx="69425" cy="183925"/>
              </a:xfrm>
              <a:custGeom>
                <a:rect b="b" l="l" r="r" t="t"/>
                <a:pathLst>
                  <a:path extrusionOk="0" h="7357" w="2777">
                    <a:moveTo>
                      <a:pt x="0" y="1"/>
                    </a:moveTo>
                    <a:cubicBezTo>
                      <a:pt x="470" y="850"/>
                      <a:pt x="1027" y="2174"/>
                      <a:pt x="1027" y="3678"/>
                    </a:cubicBezTo>
                    <a:cubicBezTo>
                      <a:pt x="1027" y="5180"/>
                      <a:pt x="472" y="6507"/>
                      <a:pt x="0" y="7356"/>
                    </a:cubicBezTo>
                    <a:cubicBezTo>
                      <a:pt x="1599" y="6898"/>
                      <a:pt x="2776" y="5424"/>
                      <a:pt x="2776" y="3678"/>
                    </a:cubicBezTo>
                    <a:cubicBezTo>
                      <a:pt x="2773" y="1933"/>
                      <a:pt x="1599" y="459"/>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7"/>
              <p:cNvSpPr/>
              <p:nvPr/>
            </p:nvSpPr>
            <p:spPr>
              <a:xfrm>
                <a:off x="2268825" y="2937250"/>
                <a:ext cx="69400" cy="183925"/>
              </a:xfrm>
              <a:custGeom>
                <a:rect b="b" l="l" r="r" t="t"/>
                <a:pathLst>
                  <a:path extrusionOk="0" h="7357" w="2776">
                    <a:moveTo>
                      <a:pt x="2776" y="1"/>
                    </a:moveTo>
                    <a:lnTo>
                      <a:pt x="2776" y="1"/>
                    </a:lnTo>
                    <a:cubicBezTo>
                      <a:pt x="1177" y="459"/>
                      <a:pt x="0" y="1933"/>
                      <a:pt x="0" y="3678"/>
                    </a:cubicBezTo>
                    <a:cubicBezTo>
                      <a:pt x="0" y="5424"/>
                      <a:pt x="1177" y="6898"/>
                      <a:pt x="2776" y="7356"/>
                    </a:cubicBezTo>
                    <a:cubicBezTo>
                      <a:pt x="2304" y="6504"/>
                      <a:pt x="1749" y="5180"/>
                      <a:pt x="1749" y="3678"/>
                    </a:cubicBezTo>
                    <a:cubicBezTo>
                      <a:pt x="1749" y="2177"/>
                      <a:pt x="2304" y="850"/>
                      <a:pt x="27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43" name="Google Shape;643;p47"/>
          <p:cNvGrpSpPr/>
          <p:nvPr/>
        </p:nvGrpSpPr>
        <p:grpSpPr>
          <a:xfrm>
            <a:off x="1210875" y="1673025"/>
            <a:ext cx="444075" cy="444275"/>
            <a:chOff x="336575" y="1437475"/>
            <a:chExt cx="444075" cy="444275"/>
          </a:xfrm>
        </p:grpSpPr>
        <p:sp>
          <p:nvSpPr>
            <p:cNvPr id="644" name="Google Shape;644;p47"/>
            <p:cNvSpPr/>
            <p:nvPr/>
          </p:nvSpPr>
          <p:spPr>
            <a:xfrm>
              <a:off x="336575" y="1669325"/>
              <a:ext cx="444075" cy="212425"/>
            </a:xfrm>
            <a:custGeom>
              <a:rect b="b" l="l" r="r" t="t"/>
              <a:pathLst>
                <a:path extrusionOk="0" h="8497" w="17763">
                  <a:moveTo>
                    <a:pt x="6285" y="0"/>
                  </a:moveTo>
                  <a:cubicBezTo>
                    <a:pt x="2649" y="1110"/>
                    <a:pt x="1" y="4491"/>
                    <a:pt x="1" y="8497"/>
                  </a:cubicBezTo>
                  <a:lnTo>
                    <a:pt x="3315" y="8497"/>
                  </a:lnTo>
                  <a:cubicBezTo>
                    <a:pt x="3315" y="5421"/>
                    <a:pt x="5805" y="2931"/>
                    <a:pt x="8880" y="2931"/>
                  </a:cubicBezTo>
                  <a:cubicBezTo>
                    <a:pt x="11953" y="2931"/>
                    <a:pt x="14443" y="5421"/>
                    <a:pt x="14443" y="8497"/>
                  </a:cubicBezTo>
                  <a:lnTo>
                    <a:pt x="17762" y="8497"/>
                  </a:lnTo>
                  <a:cubicBezTo>
                    <a:pt x="17762" y="4491"/>
                    <a:pt x="15117" y="1110"/>
                    <a:pt x="11481" y="0"/>
                  </a:cubicBezTo>
                  <a:cubicBezTo>
                    <a:pt x="11331" y="78"/>
                    <a:pt x="11176" y="156"/>
                    <a:pt x="11017" y="222"/>
                  </a:cubicBezTo>
                  <a:cubicBezTo>
                    <a:pt x="10340" y="505"/>
                    <a:pt x="9621" y="652"/>
                    <a:pt x="8883" y="652"/>
                  </a:cubicBezTo>
                  <a:cubicBezTo>
                    <a:pt x="8145" y="652"/>
                    <a:pt x="7426" y="505"/>
                    <a:pt x="6748" y="222"/>
                  </a:cubicBezTo>
                  <a:cubicBezTo>
                    <a:pt x="6587" y="156"/>
                    <a:pt x="6432" y="78"/>
                    <a:pt x="62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p:nvPr/>
          </p:nvSpPr>
          <p:spPr>
            <a:xfrm>
              <a:off x="475025" y="1798100"/>
              <a:ext cx="167175" cy="83575"/>
            </a:xfrm>
            <a:custGeom>
              <a:rect b="b" l="l" r="r" t="t"/>
              <a:pathLst>
                <a:path extrusionOk="0" h="3343" w="6687">
                  <a:moveTo>
                    <a:pt x="3342" y="1"/>
                  </a:moveTo>
                  <a:cubicBezTo>
                    <a:pt x="1496" y="1"/>
                    <a:pt x="0" y="1494"/>
                    <a:pt x="0" y="3343"/>
                  </a:cubicBezTo>
                  <a:lnTo>
                    <a:pt x="6681" y="3343"/>
                  </a:lnTo>
                  <a:cubicBezTo>
                    <a:pt x="6687" y="1497"/>
                    <a:pt x="5188" y="1"/>
                    <a:pt x="33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7"/>
            <p:cNvSpPr/>
            <p:nvPr/>
          </p:nvSpPr>
          <p:spPr>
            <a:xfrm>
              <a:off x="447475" y="1437475"/>
              <a:ext cx="222075" cy="222075"/>
            </a:xfrm>
            <a:custGeom>
              <a:rect b="b" l="l" r="r" t="t"/>
              <a:pathLst>
                <a:path extrusionOk="0" h="8883" w="8883">
                  <a:moveTo>
                    <a:pt x="4441" y="0"/>
                  </a:moveTo>
                  <a:cubicBezTo>
                    <a:pt x="1990" y="0"/>
                    <a:pt x="0" y="1991"/>
                    <a:pt x="0" y="4442"/>
                  </a:cubicBezTo>
                  <a:cubicBezTo>
                    <a:pt x="0" y="6895"/>
                    <a:pt x="1990" y="8883"/>
                    <a:pt x="4441" y="8883"/>
                  </a:cubicBezTo>
                  <a:cubicBezTo>
                    <a:pt x="6895" y="8883"/>
                    <a:pt x="8883" y="6895"/>
                    <a:pt x="8883" y="4442"/>
                  </a:cubicBezTo>
                  <a:cubicBezTo>
                    <a:pt x="8883" y="1991"/>
                    <a:pt x="6895" y="0"/>
                    <a:pt x="4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48"/>
          <p:cNvSpPr txBox="1"/>
          <p:nvPr>
            <p:ph idx="5" type="subTitle"/>
          </p:nvPr>
        </p:nvSpPr>
        <p:spPr>
          <a:xfrm>
            <a:off x="1910600" y="2743925"/>
            <a:ext cx="2689800" cy="73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Changing parts in pixels</a:t>
            </a:r>
            <a:endParaRPr i="1"/>
          </a:p>
        </p:txBody>
      </p:sp>
      <p:sp>
        <p:nvSpPr>
          <p:cNvPr id="652" name="Google Shape;652;p48"/>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Part-patch Refining</a:t>
            </a:r>
            <a:endParaRPr/>
          </a:p>
        </p:txBody>
      </p:sp>
      <p:sp>
        <p:nvSpPr>
          <p:cNvPr id="653" name="Google Shape;653;p48"/>
          <p:cNvSpPr txBox="1"/>
          <p:nvPr>
            <p:ph idx="1" type="subTitle"/>
          </p:nvPr>
        </p:nvSpPr>
        <p:spPr>
          <a:xfrm>
            <a:off x="1910600" y="1779475"/>
            <a:ext cx="2955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Adjusting the whole-feature</a:t>
            </a:r>
            <a:endParaRPr/>
          </a:p>
          <a:p>
            <a:pPr indent="0" lvl="0" marL="0" rtl="0" algn="l">
              <a:spcBef>
                <a:spcPts val="0"/>
              </a:spcBef>
              <a:spcAft>
                <a:spcPts val="0"/>
              </a:spcAft>
              <a:buNone/>
            </a:pPr>
            <a:r>
              <a:t/>
            </a:r>
            <a:endParaRPr/>
          </a:p>
        </p:txBody>
      </p:sp>
      <p:sp>
        <p:nvSpPr>
          <p:cNvPr id="654" name="Google Shape;654;p48"/>
          <p:cNvSpPr txBox="1"/>
          <p:nvPr>
            <p:ph idx="3" type="subTitle"/>
          </p:nvPr>
        </p:nvSpPr>
        <p:spPr>
          <a:xfrm>
            <a:off x="1910600" y="3769225"/>
            <a:ext cx="2689800" cy="84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Part-patch transmitting</a:t>
            </a:r>
            <a:endParaRPr/>
          </a:p>
        </p:txBody>
      </p:sp>
      <p:sp>
        <p:nvSpPr>
          <p:cNvPr id="655" name="Google Shape;655;p48"/>
          <p:cNvSpPr txBox="1"/>
          <p:nvPr>
            <p:ph idx="9" type="subTitle"/>
          </p:nvPr>
        </p:nvSpPr>
        <p:spPr>
          <a:xfrm>
            <a:off x="5813380" y="2227675"/>
            <a:ext cx="26898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Whole-patch fusioning</a:t>
            </a:r>
            <a:endParaRPr/>
          </a:p>
        </p:txBody>
      </p:sp>
      <p:sp>
        <p:nvSpPr>
          <p:cNvPr id="656" name="Google Shape;656;p48"/>
          <p:cNvSpPr txBox="1"/>
          <p:nvPr>
            <p:ph idx="14" type="subTitle"/>
          </p:nvPr>
        </p:nvSpPr>
        <p:spPr>
          <a:xfrm>
            <a:off x="5813375" y="3255700"/>
            <a:ext cx="3197700" cy="77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Returning the complete image as a result</a:t>
            </a:r>
            <a:endParaRPr/>
          </a:p>
        </p:txBody>
      </p:sp>
      <p:sp>
        <p:nvSpPr>
          <p:cNvPr id="657" name="Google Shape;657;p48"/>
          <p:cNvSpPr/>
          <p:nvPr/>
        </p:nvSpPr>
        <p:spPr>
          <a:xfrm>
            <a:off x="4959488" y="20608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8"/>
          <p:cNvSpPr/>
          <p:nvPr/>
        </p:nvSpPr>
        <p:spPr>
          <a:xfrm>
            <a:off x="4959488" y="31583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8"/>
          <p:cNvSpPr/>
          <p:nvPr/>
        </p:nvSpPr>
        <p:spPr>
          <a:xfrm>
            <a:off x="1022538" y="15083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8"/>
          <p:cNvSpPr/>
          <p:nvPr/>
        </p:nvSpPr>
        <p:spPr>
          <a:xfrm>
            <a:off x="1022538" y="260582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8"/>
          <p:cNvSpPr/>
          <p:nvPr/>
        </p:nvSpPr>
        <p:spPr>
          <a:xfrm>
            <a:off x="1022538" y="370330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48"/>
          <p:cNvGrpSpPr/>
          <p:nvPr/>
        </p:nvGrpSpPr>
        <p:grpSpPr>
          <a:xfrm>
            <a:off x="1189313" y="3869950"/>
            <a:ext cx="444125" cy="444125"/>
            <a:chOff x="5194475" y="819400"/>
            <a:chExt cx="444125" cy="444125"/>
          </a:xfrm>
        </p:grpSpPr>
        <p:sp>
          <p:nvSpPr>
            <p:cNvPr id="663" name="Google Shape;663;p48"/>
            <p:cNvSpPr/>
            <p:nvPr/>
          </p:nvSpPr>
          <p:spPr>
            <a:xfrm>
              <a:off x="5222100" y="819400"/>
              <a:ext cx="138250" cy="138250"/>
            </a:xfrm>
            <a:custGeom>
              <a:rect b="b" l="l" r="r" t="t"/>
              <a:pathLst>
                <a:path extrusionOk="0" h="5530" w="5530">
                  <a:moveTo>
                    <a:pt x="2765" y="0"/>
                  </a:moveTo>
                  <a:cubicBezTo>
                    <a:pt x="1238" y="0"/>
                    <a:pt x="0" y="1238"/>
                    <a:pt x="0" y="2765"/>
                  </a:cubicBezTo>
                  <a:cubicBezTo>
                    <a:pt x="0" y="4292"/>
                    <a:pt x="1238" y="5530"/>
                    <a:pt x="2765" y="5530"/>
                  </a:cubicBezTo>
                  <a:cubicBezTo>
                    <a:pt x="4291" y="5530"/>
                    <a:pt x="5529" y="4292"/>
                    <a:pt x="5529" y="2765"/>
                  </a:cubicBezTo>
                  <a:cubicBezTo>
                    <a:pt x="5529" y="1238"/>
                    <a:pt x="4291" y="0"/>
                    <a:pt x="27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8"/>
            <p:cNvSpPr/>
            <p:nvPr/>
          </p:nvSpPr>
          <p:spPr>
            <a:xfrm>
              <a:off x="5352400" y="930000"/>
              <a:ext cx="286200" cy="333525"/>
            </a:xfrm>
            <a:custGeom>
              <a:rect b="b" l="l" r="r" t="t"/>
              <a:pathLst>
                <a:path extrusionOk="0" h="13341" w="11448">
                  <a:moveTo>
                    <a:pt x="10279" y="1"/>
                  </a:moveTo>
                  <a:lnTo>
                    <a:pt x="10279" y="3870"/>
                  </a:lnTo>
                  <a:cubicBezTo>
                    <a:pt x="10279" y="4886"/>
                    <a:pt x="9882" y="5841"/>
                    <a:pt x="9166" y="6557"/>
                  </a:cubicBezTo>
                  <a:cubicBezTo>
                    <a:pt x="8447" y="7276"/>
                    <a:pt x="7490" y="7673"/>
                    <a:pt x="6477" y="7673"/>
                  </a:cubicBezTo>
                  <a:cubicBezTo>
                    <a:pt x="5463" y="7673"/>
                    <a:pt x="4506" y="7276"/>
                    <a:pt x="3787" y="6557"/>
                  </a:cubicBezTo>
                  <a:cubicBezTo>
                    <a:pt x="3068" y="5841"/>
                    <a:pt x="2674" y="4883"/>
                    <a:pt x="2674" y="3870"/>
                  </a:cubicBezTo>
                  <a:lnTo>
                    <a:pt x="2674" y="2291"/>
                  </a:lnTo>
                  <a:cubicBezTo>
                    <a:pt x="1627" y="3079"/>
                    <a:pt x="723" y="4039"/>
                    <a:pt x="1" y="5128"/>
                  </a:cubicBezTo>
                  <a:cubicBezTo>
                    <a:pt x="359" y="5397"/>
                    <a:pt x="700" y="5688"/>
                    <a:pt x="1022" y="6010"/>
                  </a:cubicBezTo>
                  <a:cubicBezTo>
                    <a:pt x="2735" y="7723"/>
                    <a:pt x="3679" y="10002"/>
                    <a:pt x="3679" y="12425"/>
                  </a:cubicBezTo>
                  <a:lnTo>
                    <a:pt x="3679" y="13341"/>
                  </a:lnTo>
                  <a:lnTo>
                    <a:pt x="11448" y="13341"/>
                  </a:lnTo>
                  <a:lnTo>
                    <a:pt x="1144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8"/>
            <p:cNvSpPr/>
            <p:nvPr/>
          </p:nvSpPr>
          <p:spPr>
            <a:xfrm>
              <a:off x="5445050" y="819400"/>
              <a:ext cx="138325" cy="276475"/>
            </a:xfrm>
            <a:custGeom>
              <a:rect b="b" l="l" r="r" t="t"/>
              <a:pathLst>
                <a:path extrusionOk="0" h="11059" w="5533">
                  <a:moveTo>
                    <a:pt x="2768" y="0"/>
                  </a:moveTo>
                  <a:cubicBezTo>
                    <a:pt x="1241" y="0"/>
                    <a:pt x="0" y="1238"/>
                    <a:pt x="0" y="2765"/>
                  </a:cubicBezTo>
                  <a:lnTo>
                    <a:pt x="0" y="8294"/>
                  </a:lnTo>
                  <a:cubicBezTo>
                    <a:pt x="0" y="9821"/>
                    <a:pt x="1241" y="11059"/>
                    <a:pt x="2768" y="11059"/>
                  </a:cubicBezTo>
                  <a:cubicBezTo>
                    <a:pt x="4294" y="11059"/>
                    <a:pt x="5532" y="9821"/>
                    <a:pt x="5532" y="8294"/>
                  </a:cubicBezTo>
                  <a:lnTo>
                    <a:pt x="5532" y="2765"/>
                  </a:lnTo>
                  <a:cubicBezTo>
                    <a:pt x="5532" y="1238"/>
                    <a:pt x="4294" y="0"/>
                    <a:pt x="27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8"/>
            <p:cNvSpPr/>
            <p:nvPr/>
          </p:nvSpPr>
          <p:spPr>
            <a:xfrm>
              <a:off x="5194475" y="1039775"/>
              <a:ext cx="223750" cy="223750"/>
            </a:xfrm>
            <a:custGeom>
              <a:rect b="b" l="l" r="r" t="t"/>
              <a:pathLst>
                <a:path extrusionOk="0" h="8950" w="8950">
                  <a:moveTo>
                    <a:pt x="0" y="1"/>
                  </a:moveTo>
                  <a:lnTo>
                    <a:pt x="0" y="8950"/>
                  </a:lnTo>
                  <a:lnTo>
                    <a:pt x="8949" y="8950"/>
                  </a:lnTo>
                  <a:lnTo>
                    <a:pt x="8949" y="8034"/>
                  </a:lnTo>
                  <a:cubicBezTo>
                    <a:pt x="8946" y="5888"/>
                    <a:pt x="8114" y="3870"/>
                    <a:pt x="6593" y="2355"/>
                  </a:cubicBezTo>
                  <a:cubicBezTo>
                    <a:pt x="5077" y="839"/>
                    <a:pt x="3056" y="1"/>
                    <a:pt x="9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48"/>
          <p:cNvGrpSpPr/>
          <p:nvPr/>
        </p:nvGrpSpPr>
        <p:grpSpPr>
          <a:xfrm>
            <a:off x="1189300" y="1673063"/>
            <a:ext cx="444150" cy="444150"/>
            <a:chOff x="5761475" y="815775"/>
            <a:chExt cx="444150" cy="444150"/>
          </a:xfrm>
        </p:grpSpPr>
        <p:sp>
          <p:nvSpPr>
            <p:cNvPr id="668" name="Google Shape;668;p48"/>
            <p:cNvSpPr/>
            <p:nvPr/>
          </p:nvSpPr>
          <p:spPr>
            <a:xfrm>
              <a:off x="5942100" y="996350"/>
              <a:ext cx="263525" cy="263575"/>
            </a:xfrm>
            <a:custGeom>
              <a:rect b="b" l="l" r="r" t="t"/>
              <a:pathLst>
                <a:path extrusionOk="0" h="10543" w="10541">
                  <a:moveTo>
                    <a:pt x="8314" y="0"/>
                  </a:moveTo>
                  <a:cubicBezTo>
                    <a:pt x="8039" y="4466"/>
                    <a:pt x="4467" y="8039"/>
                    <a:pt x="1" y="8314"/>
                  </a:cubicBezTo>
                  <a:lnTo>
                    <a:pt x="1" y="10542"/>
                  </a:lnTo>
                  <a:lnTo>
                    <a:pt x="10540" y="10542"/>
                  </a:lnTo>
                  <a:lnTo>
                    <a:pt x="1054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8"/>
            <p:cNvSpPr/>
            <p:nvPr/>
          </p:nvSpPr>
          <p:spPr>
            <a:xfrm>
              <a:off x="5928300" y="982475"/>
              <a:ext cx="166850" cy="166850"/>
            </a:xfrm>
            <a:custGeom>
              <a:rect b="b" l="l" r="r" t="t"/>
              <a:pathLst>
                <a:path extrusionOk="0" h="6674" w="6674">
                  <a:moveTo>
                    <a:pt x="0" y="0"/>
                  </a:moveTo>
                  <a:lnTo>
                    <a:pt x="0" y="6673"/>
                  </a:lnTo>
                  <a:cubicBezTo>
                    <a:pt x="3687" y="6673"/>
                    <a:pt x="6673" y="3686"/>
                    <a:pt x="66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8"/>
            <p:cNvSpPr/>
            <p:nvPr/>
          </p:nvSpPr>
          <p:spPr>
            <a:xfrm>
              <a:off x="5761475" y="815775"/>
              <a:ext cx="324225" cy="324175"/>
            </a:xfrm>
            <a:custGeom>
              <a:rect b="b" l="l" r="r" t="t"/>
              <a:pathLst>
                <a:path extrusionOk="0" h="12967" w="12969">
                  <a:moveTo>
                    <a:pt x="6673" y="1"/>
                  </a:moveTo>
                  <a:cubicBezTo>
                    <a:pt x="2990" y="1"/>
                    <a:pt x="1" y="2988"/>
                    <a:pt x="1" y="6671"/>
                  </a:cubicBezTo>
                  <a:cubicBezTo>
                    <a:pt x="1" y="9580"/>
                    <a:pt x="1866" y="12053"/>
                    <a:pt x="4461" y="12966"/>
                  </a:cubicBezTo>
                  <a:lnTo>
                    <a:pt x="4461" y="4459"/>
                  </a:lnTo>
                  <a:lnTo>
                    <a:pt x="12969" y="4459"/>
                  </a:lnTo>
                  <a:cubicBezTo>
                    <a:pt x="12055" y="1861"/>
                    <a:pt x="9580" y="1"/>
                    <a:pt x="66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 name="Google Shape;671;p48"/>
          <p:cNvGrpSpPr/>
          <p:nvPr/>
        </p:nvGrpSpPr>
        <p:grpSpPr>
          <a:xfrm>
            <a:off x="1222438" y="2772625"/>
            <a:ext cx="389325" cy="444000"/>
            <a:chOff x="3977325" y="818275"/>
            <a:chExt cx="389325" cy="444000"/>
          </a:xfrm>
        </p:grpSpPr>
        <p:sp>
          <p:nvSpPr>
            <p:cNvPr id="672" name="Google Shape;672;p48"/>
            <p:cNvSpPr/>
            <p:nvPr/>
          </p:nvSpPr>
          <p:spPr>
            <a:xfrm>
              <a:off x="3977325" y="1034225"/>
              <a:ext cx="389325" cy="228050"/>
            </a:xfrm>
            <a:custGeom>
              <a:rect b="b" l="l" r="r" t="t"/>
              <a:pathLst>
                <a:path extrusionOk="0" h="9122" w="15573">
                  <a:moveTo>
                    <a:pt x="2254" y="1"/>
                  </a:moveTo>
                  <a:lnTo>
                    <a:pt x="1" y="3462"/>
                  </a:lnTo>
                  <a:lnTo>
                    <a:pt x="7786" y="9122"/>
                  </a:lnTo>
                  <a:lnTo>
                    <a:pt x="15572" y="3459"/>
                  </a:lnTo>
                  <a:lnTo>
                    <a:pt x="13313" y="1"/>
                  </a:lnTo>
                  <a:lnTo>
                    <a:pt x="11320" y="1"/>
                  </a:lnTo>
                  <a:lnTo>
                    <a:pt x="7786" y="3534"/>
                  </a:lnTo>
                  <a:lnTo>
                    <a:pt x="425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8"/>
            <p:cNvSpPr/>
            <p:nvPr/>
          </p:nvSpPr>
          <p:spPr>
            <a:xfrm>
              <a:off x="4038250" y="818275"/>
              <a:ext cx="267475" cy="267550"/>
            </a:xfrm>
            <a:custGeom>
              <a:rect b="b" l="l" r="r" t="t"/>
              <a:pathLst>
                <a:path extrusionOk="0" h="10702" w="10699">
                  <a:moveTo>
                    <a:pt x="5349" y="3185"/>
                  </a:moveTo>
                  <a:lnTo>
                    <a:pt x="7512" y="5347"/>
                  </a:lnTo>
                  <a:lnTo>
                    <a:pt x="5349" y="7509"/>
                  </a:lnTo>
                  <a:lnTo>
                    <a:pt x="3187" y="5347"/>
                  </a:lnTo>
                  <a:lnTo>
                    <a:pt x="5349" y="3185"/>
                  </a:lnTo>
                  <a:close/>
                  <a:moveTo>
                    <a:pt x="5349" y="1"/>
                  </a:moveTo>
                  <a:lnTo>
                    <a:pt x="1" y="5350"/>
                  </a:lnTo>
                  <a:lnTo>
                    <a:pt x="5349" y="10701"/>
                  </a:lnTo>
                  <a:lnTo>
                    <a:pt x="10698" y="5350"/>
                  </a:lnTo>
                  <a:lnTo>
                    <a:pt x="534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48"/>
          <p:cNvGrpSpPr/>
          <p:nvPr/>
        </p:nvGrpSpPr>
        <p:grpSpPr>
          <a:xfrm>
            <a:off x="1022526" y="3703342"/>
            <a:ext cx="777600" cy="736854"/>
            <a:chOff x="714038" y="2107175"/>
            <a:chExt cx="777600" cy="777600"/>
          </a:xfrm>
        </p:grpSpPr>
        <p:sp>
          <p:nvSpPr>
            <p:cNvPr id="675" name="Google Shape;675;p48"/>
            <p:cNvSpPr/>
            <p:nvPr/>
          </p:nvSpPr>
          <p:spPr>
            <a:xfrm>
              <a:off x="714038" y="210717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48"/>
            <p:cNvGrpSpPr/>
            <p:nvPr/>
          </p:nvGrpSpPr>
          <p:grpSpPr>
            <a:xfrm>
              <a:off x="880763" y="2273913"/>
              <a:ext cx="444150" cy="444125"/>
              <a:chOff x="1018425" y="2206075"/>
              <a:chExt cx="444150" cy="444125"/>
            </a:xfrm>
          </p:grpSpPr>
          <p:sp>
            <p:nvSpPr>
              <p:cNvPr id="677" name="Google Shape;677;p48"/>
              <p:cNvSpPr/>
              <p:nvPr/>
            </p:nvSpPr>
            <p:spPr>
              <a:xfrm>
                <a:off x="1057575" y="2206075"/>
                <a:ext cx="405000" cy="405000"/>
              </a:xfrm>
              <a:custGeom>
                <a:rect b="b" l="l" r="r" t="t"/>
                <a:pathLst>
                  <a:path extrusionOk="0" h="16200" w="16200">
                    <a:moveTo>
                      <a:pt x="0" y="0"/>
                    </a:moveTo>
                    <a:lnTo>
                      <a:pt x="3317" y="3317"/>
                    </a:lnTo>
                    <a:lnTo>
                      <a:pt x="12882" y="3317"/>
                    </a:lnTo>
                    <a:lnTo>
                      <a:pt x="12882" y="12882"/>
                    </a:lnTo>
                    <a:lnTo>
                      <a:pt x="16199" y="16199"/>
                    </a:lnTo>
                    <a:lnTo>
                      <a:pt x="1619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8"/>
              <p:cNvSpPr/>
              <p:nvPr/>
            </p:nvSpPr>
            <p:spPr>
              <a:xfrm>
                <a:off x="1018425" y="2245125"/>
                <a:ext cx="405000" cy="405075"/>
              </a:xfrm>
              <a:custGeom>
                <a:rect b="b" l="l" r="r" t="t"/>
                <a:pathLst>
                  <a:path extrusionOk="0" h="16203" w="16200">
                    <a:moveTo>
                      <a:pt x="1" y="1"/>
                    </a:moveTo>
                    <a:lnTo>
                      <a:pt x="1" y="16203"/>
                    </a:lnTo>
                    <a:lnTo>
                      <a:pt x="16200" y="16203"/>
                    </a:lnTo>
                    <a:lnTo>
                      <a:pt x="12888" y="12886"/>
                    </a:lnTo>
                    <a:lnTo>
                      <a:pt x="3318" y="12886"/>
                    </a:lnTo>
                    <a:lnTo>
                      <a:pt x="3318" y="3318"/>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8"/>
              <p:cNvSpPr/>
              <p:nvPr/>
            </p:nvSpPr>
            <p:spPr>
              <a:xfrm>
                <a:off x="1156600" y="2344225"/>
                <a:ext cx="167800" cy="167750"/>
              </a:xfrm>
              <a:custGeom>
                <a:rect b="b" l="l" r="r" t="t"/>
                <a:pathLst>
                  <a:path extrusionOk="0" h="6710" w="6712">
                    <a:moveTo>
                      <a:pt x="3356" y="1"/>
                    </a:moveTo>
                    <a:cubicBezTo>
                      <a:pt x="1502" y="1"/>
                      <a:pt x="0" y="1502"/>
                      <a:pt x="0" y="3354"/>
                    </a:cubicBezTo>
                    <a:cubicBezTo>
                      <a:pt x="0" y="5208"/>
                      <a:pt x="1502" y="6709"/>
                      <a:pt x="3356" y="6709"/>
                    </a:cubicBezTo>
                    <a:cubicBezTo>
                      <a:pt x="5210" y="6709"/>
                      <a:pt x="6712" y="5208"/>
                      <a:pt x="6712" y="3354"/>
                    </a:cubicBezTo>
                    <a:cubicBezTo>
                      <a:pt x="6712" y="1502"/>
                      <a:pt x="5210" y="1"/>
                      <a:pt x="33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0" name="Google Shape;680;p48"/>
          <p:cNvGrpSpPr/>
          <p:nvPr/>
        </p:nvGrpSpPr>
        <p:grpSpPr>
          <a:xfrm>
            <a:off x="1022500" y="1556725"/>
            <a:ext cx="777600" cy="736776"/>
            <a:chOff x="-201062" y="317125"/>
            <a:chExt cx="777600" cy="777600"/>
          </a:xfrm>
        </p:grpSpPr>
        <p:sp>
          <p:nvSpPr>
            <p:cNvPr id="681" name="Google Shape;681;p48"/>
            <p:cNvSpPr/>
            <p:nvPr/>
          </p:nvSpPr>
          <p:spPr>
            <a:xfrm>
              <a:off x="-201062" y="317125"/>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2" name="Google Shape;682;p48"/>
            <p:cNvGrpSpPr/>
            <p:nvPr/>
          </p:nvGrpSpPr>
          <p:grpSpPr>
            <a:xfrm>
              <a:off x="-33987" y="483825"/>
              <a:ext cx="443450" cy="444200"/>
              <a:chOff x="324425" y="770400"/>
              <a:chExt cx="443450" cy="444200"/>
            </a:xfrm>
          </p:grpSpPr>
          <p:sp>
            <p:nvSpPr>
              <p:cNvPr id="683" name="Google Shape;683;p48"/>
              <p:cNvSpPr/>
              <p:nvPr/>
            </p:nvSpPr>
            <p:spPr>
              <a:xfrm>
                <a:off x="392850" y="1005575"/>
                <a:ext cx="306400" cy="140750"/>
              </a:xfrm>
              <a:custGeom>
                <a:rect b="b" l="l" r="r" t="t"/>
                <a:pathLst>
                  <a:path extrusionOk="0" h="5630" w="12256">
                    <a:moveTo>
                      <a:pt x="1" y="1"/>
                    </a:moveTo>
                    <a:cubicBezTo>
                      <a:pt x="265" y="3151"/>
                      <a:pt x="2913" y="5630"/>
                      <a:pt x="6130" y="5630"/>
                    </a:cubicBezTo>
                    <a:cubicBezTo>
                      <a:pt x="9344" y="5630"/>
                      <a:pt x="11992" y="3151"/>
                      <a:pt x="12256" y="1"/>
                    </a:cubicBezTo>
                    <a:lnTo>
                      <a:pt x="10557" y="1"/>
                    </a:lnTo>
                    <a:cubicBezTo>
                      <a:pt x="10301" y="2216"/>
                      <a:pt x="8420" y="3936"/>
                      <a:pt x="6132" y="3936"/>
                    </a:cubicBezTo>
                    <a:cubicBezTo>
                      <a:pt x="3845" y="3936"/>
                      <a:pt x="1960" y="2216"/>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8"/>
              <p:cNvSpPr/>
              <p:nvPr/>
            </p:nvSpPr>
            <p:spPr>
              <a:xfrm>
                <a:off x="324500" y="1005575"/>
                <a:ext cx="443375" cy="209025"/>
              </a:xfrm>
              <a:custGeom>
                <a:rect b="b" l="l" r="r" t="t"/>
                <a:pathLst>
                  <a:path extrusionOk="0" h="8361" w="17735">
                    <a:moveTo>
                      <a:pt x="1" y="1"/>
                    </a:moveTo>
                    <a:cubicBezTo>
                      <a:pt x="267" y="4664"/>
                      <a:pt x="4137" y="8361"/>
                      <a:pt x="8866" y="8361"/>
                    </a:cubicBezTo>
                    <a:cubicBezTo>
                      <a:pt x="13596" y="8361"/>
                      <a:pt x="17463" y="4664"/>
                      <a:pt x="17735" y="1"/>
                    </a:cubicBezTo>
                    <a:lnTo>
                      <a:pt x="16042" y="1"/>
                    </a:lnTo>
                    <a:cubicBezTo>
                      <a:pt x="15775" y="3723"/>
                      <a:pt x="12658" y="6671"/>
                      <a:pt x="8869" y="6671"/>
                    </a:cubicBezTo>
                    <a:cubicBezTo>
                      <a:pt x="5080" y="6671"/>
                      <a:pt x="1966" y="3723"/>
                      <a:pt x="16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8"/>
              <p:cNvSpPr/>
              <p:nvPr/>
            </p:nvSpPr>
            <p:spPr>
              <a:xfrm>
                <a:off x="324425" y="770400"/>
                <a:ext cx="443450" cy="209050"/>
              </a:xfrm>
              <a:custGeom>
                <a:rect b="b" l="l" r="r" t="t"/>
                <a:pathLst>
                  <a:path extrusionOk="0" h="8362" w="17738">
                    <a:moveTo>
                      <a:pt x="8869" y="1"/>
                    </a:moveTo>
                    <a:cubicBezTo>
                      <a:pt x="4137" y="1"/>
                      <a:pt x="270" y="3698"/>
                      <a:pt x="1" y="8361"/>
                    </a:cubicBezTo>
                    <a:lnTo>
                      <a:pt x="4439" y="8361"/>
                    </a:lnTo>
                    <a:cubicBezTo>
                      <a:pt x="4697" y="6149"/>
                      <a:pt x="6582" y="4425"/>
                      <a:pt x="8869" y="4425"/>
                    </a:cubicBezTo>
                    <a:cubicBezTo>
                      <a:pt x="11157" y="4425"/>
                      <a:pt x="13038" y="6146"/>
                      <a:pt x="13299" y="8361"/>
                    </a:cubicBezTo>
                    <a:lnTo>
                      <a:pt x="17738" y="8361"/>
                    </a:lnTo>
                    <a:cubicBezTo>
                      <a:pt x="17466" y="3698"/>
                      <a:pt x="13602" y="1"/>
                      <a:pt x="88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8"/>
              <p:cNvSpPr/>
              <p:nvPr/>
            </p:nvSpPr>
            <p:spPr>
              <a:xfrm>
                <a:off x="489950" y="936325"/>
                <a:ext cx="112425" cy="112450"/>
              </a:xfrm>
              <a:custGeom>
                <a:rect b="b" l="l" r="r" t="t"/>
                <a:pathLst>
                  <a:path extrusionOk="0" h="4498" w="4497">
                    <a:moveTo>
                      <a:pt x="2248" y="0"/>
                    </a:moveTo>
                    <a:cubicBezTo>
                      <a:pt x="1005" y="0"/>
                      <a:pt x="0" y="1008"/>
                      <a:pt x="0" y="2249"/>
                    </a:cubicBezTo>
                    <a:cubicBezTo>
                      <a:pt x="0" y="3489"/>
                      <a:pt x="1005" y="4497"/>
                      <a:pt x="2248" y="4497"/>
                    </a:cubicBezTo>
                    <a:cubicBezTo>
                      <a:pt x="3489" y="4497"/>
                      <a:pt x="4497" y="3489"/>
                      <a:pt x="4497" y="2249"/>
                    </a:cubicBezTo>
                    <a:cubicBezTo>
                      <a:pt x="4497" y="1008"/>
                      <a:pt x="3489" y="0"/>
                      <a:pt x="22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7" name="Google Shape;687;p48"/>
          <p:cNvGrpSpPr/>
          <p:nvPr/>
        </p:nvGrpSpPr>
        <p:grpSpPr>
          <a:xfrm>
            <a:off x="1022550" y="2607705"/>
            <a:ext cx="777600" cy="736854"/>
            <a:chOff x="5051506" y="1212150"/>
            <a:chExt cx="777600" cy="777600"/>
          </a:xfrm>
        </p:grpSpPr>
        <p:sp>
          <p:nvSpPr>
            <p:cNvPr id="688" name="Google Shape;688;p48"/>
            <p:cNvSpPr/>
            <p:nvPr/>
          </p:nvSpPr>
          <p:spPr>
            <a:xfrm>
              <a:off x="5051506" y="1212150"/>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8"/>
            <p:cNvSpPr/>
            <p:nvPr/>
          </p:nvSpPr>
          <p:spPr>
            <a:xfrm>
              <a:off x="5218244" y="1377925"/>
              <a:ext cx="444125" cy="388900"/>
            </a:xfrm>
            <a:custGeom>
              <a:rect b="b" l="l" r="r" t="t"/>
              <a:pathLst>
                <a:path extrusionOk="0" h="15556" w="17765">
                  <a:moveTo>
                    <a:pt x="8882" y="0"/>
                  </a:moveTo>
                  <a:lnTo>
                    <a:pt x="0" y="15555"/>
                  </a:lnTo>
                  <a:lnTo>
                    <a:pt x="17765" y="15555"/>
                  </a:lnTo>
                  <a:lnTo>
                    <a:pt x="16441" y="13238"/>
                  </a:lnTo>
                  <a:lnTo>
                    <a:pt x="3989" y="13238"/>
                  </a:lnTo>
                  <a:lnTo>
                    <a:pt x="8880" y="4669"/>
                  </a:lnTo>
                  <a:lnTo>
                    <a:pt x="11128" y="8605"/>
                  </a:lnTo>
                  <a:lnTo>
                    <a:pt x="9304" y="8605"/>
                  </a:lnTo>
                  <a:lnTo>
                    <a:pt x="7980" y="10923"/>
                  </a:lnTo>
                  <a:lnTo>
                    <a:pt x="15122" y="10923"/>
                  </a:lnTo>
                  <a:lnTo>
                    <a:pt x="88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48"/>
          <p:cNvGrpSpPr/>
          <p:nvPr/>
        </p:nvGrpSpPr>
        <p:grpSpPr>
          <a:xfrm>
            <a:off x="1065436" y="3782004"/>
            <a:ext cx="734988" cy="670913"/>
            <a:chOff x="5923325" y="2951363"/>
            <a:chExt cx="777600" cy="777600"/>
          </a:xfrm>
        </p:grpSpPr>
        <p:sp>
          <p:nvSpPr>
            <p:cNvPr id="691" name="Google Shape;691;p48"/>
            <p:cNvSpPr/>
            <p:nvPr/>
          </p:nvSpPr>
          <p:spPr>
            <a:xfrm>
              <a:off x="5923325" y="2951363"/>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2" name="Google Shape;692;p48"/>
            <p:cNvGrpSpPr/>
            <p:nvPr/>
          </p:nvGrpSpPr>
          <p:grpSpPr>
            <a:xfrm>
              <a:off x="6090063" y="3118050"/>
              <a:ext cx="444125" cy="444225"/>
              <a:chOff x="4317700" y="2807825"/>
              <a:chExt cx="444125" cy="444225"/>
            </a:xfrm>
          </p:grpSpPr>
          <p:sp>
            <p:nvSpPr>
              <p:cNvPr id="693" name="Google Shape;693;p48"/>
              <p:cNvSpPr/>
              <p:nvPr/>
            </p:nvSpPr>
            <p:spPr>
              <a:xfrm>
                <a:off x="4317700" y="2807900"/>
                <a:ext cx="444125" cy="444150"/>
              </a:xfrm>
              <a:custGeom>
                <a:rect b="b" l="l" r="r" t="t"/>
                <a:pathLst>
                  <a:path extrusionOk="0" h="17766" w="17765">
                    <a:moveTo>
                      <a:pt x="0" y="1"/>
                    </a:moveTo>
                    <a:lnTo>
                      <a:pt x="0" y="17765"/>
                    </a:lnTo>
                    <a:lnTo>
                      <a:pt x="17765" y="17765"/>
                    </a:lnTo>
                    <a:lnTo>
                      <a:pt x="17765" y="1"/>
                    </a:lnTo>
                    <a:lnTo>
                      <a:pt x="14448" y="1"/>
                    </a:lnTo>
                    <a:lnTo>
                      <a:pt x="14448" y="13307"/>
                    </a:lnTo>
                    <a:lnTo>
                      <a:pt x="3317" y="9991"/>
                    </a:lnTo>
                    <a:lnTo>
                      <a:pt x="33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8"/>
              <p:cNvSpPr/>
              <p:nvPr/>
            </p:nvSpPr>
            <p:spPr>
              <a:xfrm>
                <a:off x="4456000" y="2807825"/>
                <a:ext cx="167675" cy="258525"/>
              </a:xfrm>
              <a:custGeom>
                <a:rect b="b" l="l" r="r" t="t"/>
                <a:pathLst>
                  <a:path extrusionOk="0" h="10341" w="6707">
                    <a:moveTo>
                      <a:pt x="0" y="1"/>
                    </a:moveTo>
                    <a:lnTo>
                      <a:pt x="0" y="8342"/>
                    </a:lnTo>
                    <a:lnTo>
                      <a:pt x="6706" y="10340"/>
                    </a:lnTo>
                    <a:lnTo>
                      <a:pt x="67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5" name="Google Shape;695;p48"/>
          <p:cNvGrpSpPr/>
          <p:nvPr/>
        </p:nvGrpSpPr>
        <p:grpSpPr>
          <a:xfrm>
            <a:off x="5124685" y="2227739"/>
            <a:ext cx="444139" cy="444283"/>
            <a:chOff x="1586000" y="2197525"/>
            <a:chExt cx="444050" cy="444150"/>
          </a:xfrm>
        </p:grpSpPr>
        <p:sp>
          <p:nvSpPr>
            <p:cNvPr id="696" name="Google Shape;696;p48"/>
            <p:cNvSpPr/>
            <p:nvPr/>
          </p:nvSpPr>
          <p:spPr>
            <a:xfrm>
              <a:off x="1785500" y="2252775"/>
              <a:ext cx="44925" cy="48800"/>
            </a:xfrm>
            <a:custGeom>
              <a:rect b="b" l="l" r="r" t="t"/>
              <a:pathLst>
                <a:path extrusionOk="0" h="1952" w="1797">
                  <a:moveTo>
                    <a:pt x="0" y="0"/>
                  </a:moveTo>
                  <a:lnTo>
                    <a:pt x="0" y="1052"/>
                  </a:lnTo>
                  <a:cubicBezTo>
                    <a:pt x="0" y="1549"/>
                    <a:pt x="406" y="1951"/>
                    <a:pt x="900" y="1951"/>
                  </a:cubicBezTo>
                  <a:cubicBezTo>
                    <a:pt x="1394" y="1951"/>
                    <a:pt x="1796" y="1549"/>
                    <a:pt x="1796" y="1052"/>
                  </a:cubicBezTo>
                  <a:lnTo>
                    <a:pt x="179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8"/>
            <p:cNvSpPr/>
            <p:nvPr/>
          </p:nvSpPr>
          <p:spPr>
            <a:xfrm>
              <a:off x="1586000" y="2252775"/>
              <a:ext cx="119025" cy="333575"/>
            </a:xfrm>
            <a:custGeom>
              <a:rect b="b" l="l" r="r" t="t"/>
              <a:pathLst>
                <a:path extrusionOk="0" h="13343" w="4761">
                  <a:moveTo>
                    <a:pt x="0" y="0"/>
                  </a:moveTo>
                  <a:lnTo>
                    <a:pt x="0" y="13343"/>
                  </a:lnTo>
                  <a:lnTo>
                    <a:pt x="4178" y="13343"/>
                  </a:lnTo>
                  <a:lnTo>
                    <a:pt x="4178" y="12291"/>
                  </a:lnTo>
                  <a:cubicBezTo>
                    <a:pt x="4178" y="11472"/>
                    <a:pt x="4389" y="10698"/>
                    <a:pt x="4761" y="10026"/>
                  </a:cubicBezTo>
                  <a:lnTo>
                    <a:pt x="3317" y="10026"/>
                  </a:lnTo>
                  <a:lnTo>
                    <a:pt x="3317" y="3317"/>
                  </a:lnTo>
                  <a:lnTo>
                    <a:pt x="4761" y="3317"/>
                  </a:lnTo>
                  <a:cubicBezTo>
                    <a:pt x="4389" y="2645"/>
                    <a:pt x="4178" y="1871"/>
                    <a:pt x="4178" y="1052"/>
                  </a:cubicBezTo>
                  <a:lnTo>
                    <a:pt x="417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8"/>
            <p:cNvSpPr/>
            <p:nvPr/>
          </p:nvSpPr>
          <p:spPr>
            <a:xfrm>
              <a:off x="1785500" y="2537625"/>
              <a:ext cx="44925" cy="48800"/>
            </a:xfrm>
            <a:custGeom>
              <a:rect b="b" l="l" r="r" t="t"/>
              <a:pathLst>
                <a:path extrusionOk="0" h="1952" w="1797">
                  <a:moveTo>
                    <a:pt x="900" y="0"/>
                  </a:moveTo>
                  <a:cubicBezTo>
                    <a:pt x="403" y="0"/>
                    <a:pt x="0" y="403"/>
                    <a:pt x="0" y="900"/>
                  </a:cubicBezTo>
                  <a:lnTo>
                    <a:pt x="0" y="1952"/>
                  </a:lnTo>
                  <a:lnTo>
                    <a:pt x="1796" y="1952"/>
                  </a:lnTo>
                  <a:lnTo>
                    <a:pt x="1796" y="900"/>
                  </a:lnTo>
                  <a:cubicBezTo>
                    <a:pt x="1796" y="403"/>
                    <a:pt x="1394" y="0"/>
                    <a:pt x="9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8"/>
            <p:cNvSpPr/>
            <p:nvPr/>
          </p:nvSpPr>
          <p:spPr>
            <a:xfrm>
              <a:off x="1911025" y="2252775"/>
              <a:ext cx="119025" cy="333575"/>
            </a:xfrm>
            <a:custGeom>
              <a:rect b="b" l="l" r="r" t="t"/>
              <a:pathLst>
                <a:path extrusionOk="0" h="13343" w="4761">
                  <a:moveTo>
                    <a:pt x="583" y="0"/>
                  </a:moveTo>
                  <a:lnTo>
                    <a:pt x="583" y="1052"/>
                  </a:lnTo>
                  <a:cubicBezTo>
                    <a:pt x="583" y="1874"/>
                    <a:pt x="370" y="2645"/>
                    <a:pt x="1" y="3317"/>
                  </a:cubicBezTo>
                  <a:lnTo>
                    <a:pt x="1444" y="3317"/>
                  </a:lnTo>
                  <a:lnTo>
                    <a:pt x="1444" y="10026"/>
                  </a:lnTo>
                  <a:lnTo>
                    <a:pt x="1" y="10026"/>
                  </a:lnTo>
                  <a:cubicBezTo>
                    <a:pt x="370" y="10698"/>
                    <a:pt x="583" y="11472"/>
                    <a:pt x="583" y="12291"/>
                  </a:cubicBezTo>
                  <a:lnTo>
                    <a:pt x="583" y="13343"/>
                  </a:lnTo>
                  <a:lnTo>
                    <a:pt x="4761" y="13343"/>
                  </a:lnTo>
                  <a:lnTo>
                    <a:pt x="476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8"/>
            <p:cNvSpPr/>
            <p:nvPr/>
          </p:nvSpPr>
          <p:spPr>
            <a:xfrm>
              <a:off x="1716375" y="2468500"/>
              <a:ext cx="183225" cy="173175"/>
            </a:xfrm>
            <a:custGeom>
              <a:rect b="b" l="l" r="r" t="t"/>
              <a:pathLst>
                <a:path extrusionOk="0" h="6927" w="7329">
                  <a:moveTo>
                    <a:pt x="3665" y="1"/>
                  </a:moveTo>
                  <a:cubicBezTo>
                    <a:pt x="1644" y="1"/>
                    <a:pt x="1" y="1647"/>
                    <a:pt x="1" y="3665"/>
                  </a:cubicBezTo>
                  <a:lnTo>
                    <a:pt x="1" y="6926"/>
                  </a:lnTo>
                  <a:lnTo>
                    <a:pt x="1724" y="6926"/>
                  </a:lnTo>
                  <a:lnTo>
                    <a:pt x="1724" y="3665"/>
                  </a:lnTo>
                  <a:cubicBezTo>
                    <a:pt x="1724" y="2596"/>
                    <a:pt x="2596" y="1725"/>
                    <a:pt x="3665" y="1725"/>
                  </a:cubicBezTo>
                  <a:cubicBezTo>
                    <a:pt x="4733" y="1725"/>
                    <a:pt x="5602" y="2596"/>
                    <a:pt x="5602" y="3665"/>
                  </a:cubicBezTo>
                  <a:lnTo>
                    <a:pt x="5602" y="6926"/>
                  </a:lnTo>
                  <a:lnTo>
                    <a:pt x="7329" y="6926"/>
                  </a:lnTo>
                  <a:lnTo>
                    <a:pt x="7329" y="3665"/>
                  </a:lnTo>
                  <a:cubicBezTo>
                    <a:pt x="7329" y="1647"/>
                    <a:pt x="5683" y="1"/>
                    <a:pt x="36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8"/>
            <p:cNvSpPr/>
            <p:nvPr/>
          </p:nvSpPr>
          <p:spPr>
            <a:xfrm>
              <a:off x="1716300" y="2197525"/>
              <a:ext cx="183300" cy="173175"/>
            </a:xfrm>
            <a:custGeom>
              <a:rect b="b" l="l" r="r" t="t"/>
              <a:pathLst>
                <a:path extrusionOk="0" h="6927" w="7332">
                  <a:moveTo>
                    <a:pt x="1" y="1"/>
                  </a:moveTo>
                  <a:lnTo>
                    <a:pt x="1" y="3262"/>
                  </a:lnTo>
                  <a:cubicBezTo>
                    <a:pt x="7" y="5283"/>
                    <a:pt x="1647" y="6926"/>
                    <a:pt x="3668" y="6926"/>
                  </a:cubicBezTo>
                  <a:cubicBezTo>
                    <a:pt x="5686" y="6926"/>
                    <a:pt x="7332" y="5283"/>
                    <a:pt x="7332" y="3262"/>
                  </a:cubicBezTo>
                  <a:lnTo>
                    <a:pt x="7332" y="1"/>
                  </a:lnTo>
                  <a:lnTo>
                    <a:pt x="5605" y="1"/>
                  </a:lnTo>
                  <a:lnTo>
                    <a:pt x="5605" y="3262"/>
                  </a:lnTo>
                  <a:cubicBezTo>
                    <a:pt x="5605" y="4331"/>
                    <a:pt x="4736" y="5202"/>
                    <a:pt x="3665" y="5202"/>
                  </a:cubicBezTo>
                  <a:cubicBezTo>
                    <a:pt x="2596" y="5202"/>
                    <a:pt x="1727" y="4331"/>
                    <a:pt x="1727" y="3262"/>
                  </a:cubicBezTo>
                  <a:lnTo>
                    <a:pt x="1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48"/>
          <p:cNvGrpSpPr/>
          <p:nvPr/>
        </p:nvGrpSpPr>
        <p:grpSpPr>
          <a:xfrm>
            <a:off x="5001936" y="3185609"/>
            <a:ext cx="734988" cy="736776"/>
            <a:chOff x="2453350" y="2951363"/>
            <a:chExt cx="777600" cy="777600"/>
          </a:xfrm>
        </p:grpSpPr>
        <p:sp>
          <p:nvSpPr>
            <p:cNvPr id="703" name="Google Shape;703;p48"/>
            <p:cNvSpPr/>
            <p:nvPr/>
          </p:nvSpPr>
          <p:spPr>
            <a:xfrm>
              <a:off x="2453350" y="2951363"/>
              <a:ext cx="777600" cy="77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4" name="Google Shape;704;p48"/>
            <p:cNvGrpSpPr/>
            <p:nvPr/>
          </p:nvGrpSpPr>
          <p:grpSpPr>
            <a:xfrm>
              <a:off x="2649850" y="3118100"/>
              <a:ext cx="384600" cy="444125"/>
              <a:chOff x="2172000" y="2807150"/>
              <a:chExt cx="384600" cy="444125"/>
            </a:xfrm>
          </p:grpSpPr>
          <p:sp>
            <p:nvSpPr>
              <p:cNvPr id="705" name="Google Shape;705;p48"/>
              <p:cNvSpPr/>
              <p:nvPr/>
            </p:nvSpPr>
            <p:spPr>
              <a:xfrm>
                <a:off x="2338425" y="2944050"/>
                <a:ext cx="51725" cy="170400"/>
              </a:xfrm>
              <a:custGeom>
                <a:rect b="b" l="l" r="r" t="t"/>
                <a:pathLst>
                  <a:path extrusionOk="0" h="6816" w="2069">
                    <a:moveTo>
                      <a:pt x="1035" y="1"/>
                    </a:moveTo>
                    <a:cubicBezTo>
                      <a:pt x="464" y="1"/>
                      <a:pt x="0" y="1525"/>
                      <a:pt x="0" y="3406"/>
                    </a:cubicBezTo>
                    <a:cubicBezTo>
                      <a:pt x="0" y="5288"/>
                      <a:pt x="464" y="6815"/>
                      <a:pt x="1035" y="6815"/>
                    </a:cubicBezTo>
                    <a:cubicBezTo>
                      <a:pt x="1607" y="6815"/>
                      <a:pt x="2068" y="5288"/>
                      <a:pt x="2068" y="3406"/>
                    </a:cubicBezTo>
                    <a:cubicBezTo>
                      <a:pt x="2068" y="1525"/>
                      <a:pt x="1607" y="1"/>
                      <a:pt x="10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8"/>
              <p:cNvSpPr/>
              <p:nvPr/>
            </p:nvSpPr>
            <p:spPr>
              <a:xfrm>
                <a:off x="2172000" y="2807150"/>
                <a:ext cx="384600" cy="444125"/>
              </a:xfrm>
              <a:custGeom>
                <a:rect b="b" l="l" r="r" t="t"/>
                <a:pathLst>
                  <a:path extrusionOk="0" h="17765" w="15384">
                    <a:moveTo>
                      <a:pt x="7692" y="4019"/>
                    </a:moveTo>
                    <a:cubicBezTo>
                      <a:pt x="10374" y="4019"/>
                      <a:pt x="12555" y="6201"/>
                      <a:pt x="12555" y="8882"/>
                    </a:cubicBezTo>
                    <a:cubicBezTo>
                      <a:pt x="12558" y="11564"/>
                      <a:pt x="10374" y="13748"/>
                      <a:pt x="7692" y="13748"/>
                    </a:cubicBezTo>
                    <a:cubicBezTo>
                      <a:pt x="5011" y="13748"/>
                      <a:pt x="2829" y="11564"/>
                      <a:pt x="2829" y="8882"/>
                    </a:cubicBezTo>
                    <a:cubicBezTo>
                      <a:pt x="2829" y="6201"/>
                      <a:pt x="5011" y="4019"/>
                      <a:pt x="7692" y="4019"/>
                    </a:cubicBezTo>
                    <a:close/>
                    <a:moveTo>
                      <a:pt x="7692" y="0"/>
                    </a:moveTo>
                    <a:lnTo>
                      <a:pt x="1" y="4441"/>
                    </a:lnTo>
                    <a:lnTo>
                      <a:pt x="1" y="13324"/>
                    </a:lnTo>
                    <a:lnTo>
                      <a:pt x="7692" y="17765"/>
                    </a:lnTo>
                    <a:lnTo>
                      <a:pt x="15384" y="13324"/>
                    </a:lnTo>
                    <a:lnTo>
                      <a:pt x="15384" y="4441"/>
                    </a:lnTo>
                    <a:lnTo>
                      <a:pt x="769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8"/>
              <p:cNvSpPr/>
              <p:nvPr/>
            </p:nvSpPr>
            <p:spPr>
              <a:xfrm>
                <a:off x="2390600" y="2937250"/>
                <a:ext cx="69425" cy="183925"/>
              </a:xfrm>
              <a:custGeom>
                <a:rect b="b" l="l" r="r" t="t"/>
                <a:pathLst>
                  <a:path extrusionOk="0" h="7357" w="2777">
                    <a:moveTo>
                      <a:pt x="0" y="1"/>
                    </a:moveTo>
                    <a:cubicBezTo>
                      <a:pt x="470" y="850"/>
                      <a:pt x="1027" y="2174"/>
                      <a:pt x="1027" y="3678"/>
                    </a:cubicBezTo>
                    <a:cubicBezTo>
                      <a:pt x="1027" y="5180"/>
                      <a:pt x="472" y="6507"/>
                      <a:pt x="0" y="7356"/>
                    </a:cubicBezTo>
                    <a:cubicBezTo>
                      <a:pt x="1599" y="6898"/>
                      <a:pt x="2776" y="5424"/>
                      <a:pt x="2776" y="3678"/>
                    </a:cubicBezTo>
                    <a:cubicBezTo>
                      <a:pt x="2773" y="1933"/>
                      <a:pt x="1599" y="459"/>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8"/>
              <p:cNvSpPr/>
              <p:nvPr/>
            </p:nvSpPr>
            <p:spPr>
              <a:xfrm>
                <a:off x="2268825" y="2937250"/>
                <a:ext cx="69400" cy="183925"/>
              </a:xfrm>
              <a:custGeom>
                <a:rect b="b" l="l" r="r" t="t"/>
                <a:pathLst>
                  <a:path extrusionOk="0" h="7357" w="2776">
                    <a:moveTo>
                      <a:pt x="2776" y="1"/>
                    </a:moveTo>
                    <a:lnTo>
                      <a:pt x="2776" y="1"/>
                    </a:lnTo>
                    <a:cubicBezTo>
                      <a:pt x="1177" y="459"/>
                      <a:pt x="0" y="1933"/>
                      <a:pt x="0" y="3678"/>
                    </a:cubicBezTo>
                    <a:cubicBezTo>
                      <a:pt x="0" y="5424"/>
                      <a:pt x="1177" y="6898"/>
                      <a:pt x="2776" y="7356"/>
                    </a:cubicBezTo>
                    <a:cubicBezTo>
                      <a:pt x="2304" y="6504"/>
                      <a:pt x="1749" y="5180"/>
                      <a:pt x="1749" y="3678"/>
                    </a:cubicBezTo>
                    <a:cubicBezTo>
                      <a:pt x="1749" y="2177"/>
                      <a:pt x="2304" y="850"/>
                      <a:pt x="27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2" name="Shape 712"/>
        <p:cNvGrpSpPr/>
        <p:nvPr/>
      </p:nvGrpSpPr>
      <p:grpSpPr>
        <a:xfrm>
          <a:off x="0" y="0"/>
          <a:ext cx="0" cy="0"/>
          <a:chOff x="0" y="0"/>
          <a:chExt cx="0" cy="0"/>
        </a:xfrm>
      </p:grpSpPr>
      <p:sp>
        <p:nvSpPr>
          <p:cNvPr id="713" name="Google Shape;713;p49"/>
          <p:cNvSpPr/>
          <p:nvPr/>
        </p:nvSpPr>
        <p:spPr>
          <a:xfrm>
            <a:off x="5829475" y="158500"/>
            <a:ext cx="2601300" cy="2601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9"/>
          <p:cNvSpPr txBox="1"/>
          <p:nvPr>
            <p:ph type="title"/>
          </p:nvPr>
        </p:nvSpPr>
        <p:spPr>
          <a:xfrm>
            <a:off x="5934175" y="817625"/>
            <a:ext cx="2391900" cy="153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a:t>
            </a:r>
            <a:r>
              <a:rPr lang="en"/>
              <a:t>PICTURE</a:t>
            </a:r>
            <a:r>
              <a:rPr lang="en"/>
              <a:t> IS A WORTH A THOUSAND WORDS</a:t>
            </a:r>
            <a:endParaRPr/>
          </a:p>
        </p:txBody>
      </p:sp>
      <p:pic>
        <p:nvPicPr>
          <p:cNvPr id="715" name="Google Shape;715;p49"/>
          <p:cNvPicPr preferRelativeResize="0"/>
          <p:nvPr/>
        </p:nvPicPr>
        <p:blipFill>
          <a:blip r:embed="rId4">
            <a:alphaModFix/>
          </a:blip>
          <a:stretch>
            <a:fillRect/>
          </a:stretch>
        </p:blipFill>
        <p:spPr>
          <a:xfrm>
            <a:off x="0" y="0"/>
            <a:ext cx="4299650" cy="2347925"/>
          </a:xfrm>
          <a:prstGeom prst="rect">
            <a:avLst/>
          </a:prstGeom>
          <a:noFill/>
          <a:ln>
            <a:noFill/>
          </a:ln>
        </p:spPr>
      </p:pic>
      <p:pic>
        <p:nvPicPr>
          <p:cNvPr id="716" name="Google Shape;716;p49"/>
          <p:cNvPicPr preferRelativeResize="0"/>
          <p:nvPr/>
        </p:nvPicPr>
        <p:blipFill>
          <a:blip r:embed="rId5">
            <a:alphaModFix/>
          </a:blip>
          <a:stretch>
            <a:fillRect/>
          </a:stretch>
        </p:blipFill>
        <p:spPr>
          <a:xfrm>
            <a:off x="4216425" y="0"/>
            <a:ext cx="5041557" cy="2347925"/>
          </a:xfrm>
          <a:prstGeom prst="rect">
            <a:avLst/>
          </a:prstGeom>
          <a:noFill/>
          <a:ln>
            <a:noFill/>
          </a:ln>
        </p:spPr>
      </p:pic>
      <p:pic>
        <p:nvPicPr>
          <p:cNvPr id="717" name="Google Shape;717;p49"/>
          <p:cNvPicPr preferRelativeResize="0"/>
          <p:nvPr/>
        </p:nvPicPr>
        <p:blipFill>
          <a:blip r:embed="rId6">
            <a:alphaModFix/>
          </a:blip>
          <a:stretch>
            <a:fillRect/>
          </a:stretch>
        </p:blipFill>
        <p:spPr>
          <a:xfrm>
            <a:off x="0" y="2347925"/>
            <a:ext cx="4066000" cy="1007400"/>
          </a:xfrm>
          <a:prstGeom prst="rect">
            <a:avLst/>
          </a:prstGeom>
          <a:noFill/>
          <a:ln>
            <a:noFill/>
          </a:ln>
        </p:spPr>
      </p:pic>
      <p:pic>
        <p:nvPicPr>
          <p:cNvPr id="718" name="Google Shape;718;p49"/>
          <p:cNvPicPr preferRelativeResize="0"/>
          <p:nvPr/>
        </p:nvPicPr>
        <p:blipFill>
          <a:blip r:embed="rId7">
            <a:alphaModFix/>
          </a:blip>
          <a:stretch>
            <a:fillRect/>
          </a:stretch>
        </p:blipFill>
        <p:spPr>
          <a:xfrm>
            <a:off x="4066000" y="2347925"/>
            <a:ext cx="5191975" cy="1007400"/>
          </a:xfrm>
          <a:prstGeom prst="rect">
            <a:avLst/>
          </a:prstGeom>
          <a:noFill/>
          <a:ln>
            <a:noFill/>
          </a:ln>
        </p:spPr>
      </p:pic>
      <p:pic>
        <p:nvPicPr>
          <p:cNvPr id="719" name="Google Shape;719;p49"/>
          <p:cNvPicPr preferRelativeResize="0"/>
          <p:nvPr/>
        </p:nvPicPr>
        <p:blipFill>
          <a:blip r:embed="rId8">
            <a:alphaModFix/>
          </a:blip>
          <a:stretch>
            <a:fillRect/>
          </a:stretch>
        </p:blipFill>
        <p:spPr>
          <a:xfrm>
            <a:off x="0" y="3214700"/>
            <a:ext cx="9257974" cy="2150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0"/>
          <p:cNvSpPr txBox="1"/>
          <p:nvPr>
            <p:ph type="title"/>
          </p:nvPr>
        </p:nvSpPr>
        <p:spPr>
          <a:xfrm>
            <a:off x="1905000" y="2577525"/>
            <a:ext cx="6221100" cy="151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Related Work</a:t>
            </a:r>
            <a:endParaRPr/>
          </a:p>
        </p:txBody>
      </p:sp>
      <p:sp>
        <p:nvSpPr>
          <p:cNvPr id="725" name="Google Shape;725;p50"/>
          <p:cNvSpPr/>
          <p:nvPr/>
        </p:nvSpPr>
        <p:spPr>
          <a:xfrm>
            <a:off x="6123450" y="486075"/>
            <a:ext cx="1841400" cy="1841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0"/>
          <p:cNvSpPr txBox="1"/>
          <p:nvPr>
            <p:ph idx="2" type="title"/>
          </p:nvPr>
        </p:nvSpPr>
        <p:spPr>
          <a:xfrm>
            <a:off x="6129750" y="896475"/>
            <a:ext cx="1828800" cy="102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51"/>
          <p:cNvSpPr txBox="1"/>
          <p:nvPr>
            <p:ph type="title"/>
          </p:nvPr>
        </p:nvSpPr>
        <p:spPr>
          <a:xfrm>
            <a:off x="820350" y="110100"/>
            <a:ext cx="7704000" cy="5727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Other part-painting methods</a:t>
            </a:r>
            <a:endParaRPr b="1"/>
          </a:p>
        </p:txBody>
      </p:sp>
      <p:sp>
        <p:nvSpPr>
          <p:cNvPr id="732" name="Google Shape;732;p51"/>
          <p:cNvSpPr txBox="1"/>
          <p:nvPr>
            <p:ph idx="4294967295" type="subTitle"/>
          </p:nvPr>
        </p:nvSpPr>
        <p:spPr>
          <a:xfrm>
            <a:off x="6105900" y="2823013"/>
            <a:ext cx="2727900" cy="918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000"/>
              <a:t>Parallel Multi-Resolution Fusion Network</a:t>
            </a:r>
            <a:endParaRPr sz="2000"/>
          </a:p>
        </p:txBody>
      </p:sp>
      <p:sp>
        <p:nvSpPr>
          <p:cNvPr id="733" name="Google Shape;733;p51"/>
          <p:cNvSpPr txBox="1"/>
          <p:nvPr>
            <p:ph idx="4294967295" type="subTitle"/>
          </p:nvPr>
        </p:nvSpPr>
        <p:spPr>
          <a:xfrm>
            <a:off x="3629475" y="704200"/>
            <a:ext cx="2727900" cy="138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2000"/>
              <a:t>Generative Adversarial Networks</a:t>
            </a:r>
            <a:endParaRPr sz="2000"/>
          </a:p>
          <a:p>
            <a:pPr indent="0" lvl="0" marL="0" rtl="0" algn="l">
              <a:lnSpc>
                <a:spcPct val="100000"/>
              </a:lnSpc>
              <a:spcBef>
                <a:spcPts val="0"/>
              </a:spcBef>
              <a:spcAft>
                <a:spcPts val="0"/>
              </a:spcAft>
              <a:buNone/>
            </a:pPr>
            <a:r>
              <a:t/>
            </a:r>
            <a:endParaRPr sz="1600"/>
          </a:p>
        </p:txBody>
      </p:sp>
      <p:sp>
        <p:nvSpPr>
          <p:cNvPr id="734" name="Google Shape;734;p51"/>
          <p:cNvSpPr txBox="1"/>
          <p:nvPr>
            <p:ph idx="4294967295" type="subTitle"/>
          </p:nvPr>
        </p:nvSpPr>
        <p:spPr>
          <a:xfrm>
            <a:off x="6338100" y="1323775"/>
            <a:ext cx="2805900" cy="1212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000"/>
              <a:t>Generative Image Inpainting with Auxiliary Contextual Reconstruction</a:t>
            </a:r>
            <a:endParaRPr sz="2000"/>
          </a:p>
        </p:txBody>
      </p:sp>
      <p:sp>
        <p:nvSpPr>
          <p:cNvPr id="735" name="Google Shape;735;p51"/>
          <p:cNvSpPr txBox="1"/>
          <p:nvPr>
            <p:ph idx="4294967295" type="subTitle"/>
          </p:nvPr>
        </p:nvSpPr>
        <p:spPr>
          <a:xfrm>
            <a:off x="599375" y="936250"/>
            <a:ext cx="2727900" cy="91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Inpainting and Outpainting</a:t>
            </a:r>
            <a:endParaRPr sz="2000"/>
          </a:p>
          <a:p>
            <a:pPr indent="0" lvl="0" marL="0" rtl="0" algn="r">
              <a:lnSpc>
                <a:spcPct val="100000"/>
              </a:lnSpc>
              <a:spcBef>
                <a:spcPts val="0"/>
              </a:spcBef>
              <a:spcAft>
                <a:spcPts val="0"/>
              </a:spcAft>
              <a:buNone/>
            </a:pPr>
            <a:r>
              <a:t/>
            </a:r>
            <a:endParaRPr sz="2400"/>
          </a:p>
        </p:txBody>
      </p:sp>
      <p:pic>
        <p:nvPicPr>
          <p:cNvPr id="736" name="Google Shape;736;p51"/>
          <p:cNvPicPr preferRelativeResize="0"/>
          <p:nvPr/>
        </p:nvPicPr>
        <p:blipFill rotWithShape="1">
          <a:blip r:embed="rId3">
            <a:alphaModFix/>
          </a:blip>
          <a:srcRect b="20416" l="13103" r="7676" t="16079"/>
          <a:stretch/>
        </p:blipFill>
        <p:spPr>
          <a:xfrm>
            <a:off x="3841176" y="1854748"/>
            <a:ext cx="2019300" cy="2024100"/>
          </a:xfrm>
          <a:prstGeom prst="ellipse">
            <a:avLst/>
          </a:prstGeom>
          <a:noFill/>
          <a:ln>
            <a:noFill/>
          </a:ln>
        </p:spPr>
      </p:pic>
      <p:sp>
        <p:nvSpPr>
          <p:cNvPr id="737" name="Google Shape;737;p51"/>
          <p:cNvSpPr txBox="1"/>
          <p:nvPr>
            <p:ph idx="4294967295" type="title"/>
          </p:nvPr>
        </p:nvSpPr>
        <p:spPr>
          <a:xfrm>
            <a:off x="402800" y="1024675"/>
            <a:ext cx="758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accent1"/>
                </a:solidFill>
              </a:rPr>
              <a:t>1</a:t>
            </a:r>
            <a:endParaRPr sz="2800">
              <a:solidFill>
                <a:schemeClr val="accent1"/>
              </a:solidFill>
            </a:endParaRPr>
          </a:p>
        </p:txBody>
      </p:sp>
      <p:sp>
        <p:nvSpPr>
          <p:cNvPr id="738" name="Google Shape;738;p51"/>
          <p:cNvSpPr txBox="1"/>
          <p:nvPr>
            <p:ph idx="4294967295" type="subTitle"/>
          </p:nvPr>
        </p:nvSpPr>
        <p:spPr>
          <a:xfrm>
            <a:off x="4902275" y="4138575"/>
            <a:ext cx="2727900" cy="91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Wavelet-based Generation Network</a:t>
            </a:r>
            <a:endParaRPr sz="2000"/>
          </a:p>
          <a:p>
            <a:pPr indent="0" lvl="0" marL="0" rtl="0" algn="r">
              <a:lnSpc>
                <a:spcPct val="100000"/>
              </a:lnSpc>
              <a:spcBef>
                <a:spcPts val="0"/>
              </a:spcBef>
              <a:spcAft>
                <a:spcPts val="0"/>
              </a:spcAft>
              <a:buNone/>
            </a:pPr>
            <a:r>
              <a:t/>
            </a:r>
            <a:endParaRPr sz="2400"/>
          </a:p>
        </p:txBody>
      </p:sp>
      <p:sp>
        <p:nvSpPr>
          <p:cNvPr id="739" name="Google Shape;739;p51"/>
          <p:cNvSpPr txBox="1"/>
          <p:nvPr>
            <p:ph idx="4294967295" type="subTitle"/>
          </p:nvPr>
        </p:nvSpPr>
        <p:spPr>
          <a:xfrm>
            <a:off x="871475" y="3011350"/>
            <a:ext cx="2727900" cy="91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Distillation-Guided Image Inpainting</a:t>
            </a:r>
            <a:endParaRPr sz="2000"/>
          </a:p>
          <a:p>
            <a:pPr indent="0" lvl="0" marL="0" rtl="0" algn="r">
              <a:lnSpc>
                <a:spcPct val="100000"/>
              </a:lnSpc>
              <a:spcBef>
                <a:spcPts val="0"/>
              </a:spcBef>
              <a:spcAft>
                <a:spcPts val="0"/>
              </a:spcAft>
              <a:buNone/>
            </a:pPr>
            <a:r>
              <a:t/>
            </a:r>
            <a:endParaRPr sz="2400"/>
          </a:p>
        </p:txBody>
      </p:sp>
      <p:sp>
        <p:nvSpPr>
          <p:cNvPr id="740" name="Google Shape;740;p51"/>
          <p:cNvSpPr txBox="1"/>
          <p:nvPr>
            <p:ph idx="4294967295" type="subTitle"/>
          </p:nvPr>
        </p:nvSpPr>
        <p:spPr>
          <a:xfrm>
            <a:off x="2023700" y="4067550"/>
            <a:ext cx="2727900" cy="918900"/>
          </a:xfrm>
          <a:prstGeom prst="rect">
            <a:avLst/>
          </a:prstGeom>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 sz="2000"/>
              <a:t>Conditional Texture and Structure Dual Generation</a:t>
            </a:r>
            <a:endParaRPr sz="2400"/>
          </a:p>
        </p:txBody>
      </p:sp>
      <p:sp>
        <p:nvSpPr>
          <p:cNvPr id="741" name="Google Shape;741;p51"/>
          <p:cNvSpPr txBox="1"/>
          <p:nvPr>
            <p:ph idx="4294967295" type="subTitle"/>
          </p:nvPr>
        </p:nvSpPr>
        <p:spPr>
          <a:xfrm>
            <a:off x="943988" y="1973812"/>
            <a:ext cx="2727900" cy="91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Image-to-Image Translation</a:t>
            </a:r>
            <a:endParaRPr sz="2000"/>
          </a:p>
          <a:p>
            <a:pPr indent="0" lvl="0" marL="0" rtl="0" algn="r">
              <a:lnSpc>
                <a:spcPct val="100000"/>
              </a:lnSpc>
              <a:spcBef>
                <a:spcPts val="0"/>
              </a:spcBef>
              <a:spcAft>
                <a:spcPts val="0"/>
              </a:spcAft>
              <a:buNone/>
            </a:pPr>
            <a:r>
              <a:t/>
            </a:r>
            <a:endParaRPr sz="2400"/>
          </a:p>
        </p:txBody>
      </p:sp>
      <p:sp>
        <p:nvSpPr>
          <p:cNvPr id="742" name="Google Shape;742;p51"/>
          <p:cNvSpPr txBox="1"/>
          <p:nvPr/>
        </p:nvSpPr>
        <p:spPr>
          <a:xfrm>
            <a:off x="3281825" y="704200"/>
            <a:ext cx="1758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1"/>
                </a:solidFill>
                <a:latin typeface="Russo One"/>
                <a:ea typeface="Russo One"/>
                <a:cs typeface="Russo One"/>
                <a:sym typeface="Russo One"/>
              </a:rPr>
              <a:t>2</a:t>
            </a:r>
            <a:endParaRPr sz="2800">
              <a:solidFill>
                <a:schemeClr val="accent1"/>
              </a:solidFill>
              <a:latin typeface="Russo One"/>
              <a:ea typeface="Russo One"/>
              <a:cs typeface="Russo One"/>
              <a:sym typeface="Russo One"/>
            </a:endParaRPr>
          </a:p>
        </p:txBody>
      </p:sp>
      <p:sp>
        <p:nvSpPr>
          <p:cNvPr id="743" name="Google Shape;743;p51"/>
          <p:cNvSpPr txBox="1"/>
          <p:nvPr/>
        </p:nvSpPr>
        <p:spPr>
          <a:xfrm>
            <a:off x="5909025" y="1188625"/>
            <a:ext cx="1009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1"/>
                </a:solidFill>
                <a:latin typeface="Russo One"/>
                <a:ea typeface="Russo One"/>
                <a:cs typeface="Russo One"/>
                <a:sym typeface="Russo One"/>
              </a:rPr>
              <a:t>3</a:t>
            </a:r>
            <a:endParaRPr/>
          </a:p>
        </p:txBody>
      </p:sp>
      <p:sp>
        <p:nvSpPr>
          <p:cNvPr id="744" name="Google Shape;744;p51"/>
          <p:cNvSpPr txBox="1"/>
          <p:nvPr/>
        </p:nvSpPr>
        <p:spPr>
          <a:xfrm>
            <a:off x="5275525" y="2684763"/>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1"/>
                </a:solidFill>
                <a:latin typeface="Russo One"/>
                <a:ea typeface="Russo One"/>
                <a:cs typeface="Russo One"/>
                <a:sym typeface="Russo One"/>
              </a:rPr>
              <a:t>4</a:t>
            </a:r>
            <a:endParaRPr/>
          </a:p>
        </p:txBody>
      </p:sp>
      <p:sp>
        <p:nvSpPr>
          <p:cNvPr id="745" name="Google Shape;745;p51"/>
          <p:cNvSpPr txBox="1"/>
          <p:nvPr/>
        </p:nvSpPr>
        <p:spPr>
          <a:xfrm>
            <a:off x="3671900" y="397870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1"/>
                </a:solidFill>
                <a:latin typeface="Russo One"/>
                <a:ea typeface="Russo One"/>
                <a:cs typeface="Russo One"/>
                <a:sym typeface="Russo One"/>
              </a:rPr>
              <a:t>5</a:t>
            </a:r>
            <a:endParaRPr/>
          </a:p>
        </p:txBody>
      </p:sp>
      <p:sp>
        <p:nvSpPr>
          <p:cNvPr id="746" name="Google Shape;746;p51"/>
          <p:cNvSpPr txBox="1"/>
          <p:nvPr/>
        </p:nvSpPr>
        <p:spPr>
          <a:xfrm>
            <a:off x="599375" y="393025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1"/>
                </a:solidFill>
                <a:latin typeface="Russo One"/>
                <a:ea typeface="Russo One"/>
                <a:cs typeface="Russo One"/>
                <a:sym typeface="Russo One"/>
              </a:rPr>
              <a:t>6</a:t>
            </a:r>
            <a:endParaRPr/>
          </a:p>
        </p:txBody>
      </p:sp>
      <p:sp>
        <p:nvSpPr>
          <p:cNvPr id="747" name="Google Shape;747;p51"/>
          <p:cNvSpPr txBox="1"/>
          <p:nvPr/>
        </p:nvSpPr>
        <p:spPr>
          <a:xfrm>
            <a:off x="-611575" y="2823025"/>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1"/>
                </a:solidFill>
                <a:latin typeface="Russo One"/>
                <a:ea typeface="Russo One"/>
                <a:cs typeface="Russo One"/>
                <a:sym typeface="Russo One"/>
              </a:rPr>
              <a:t>7</a:t>
            </a:r>
            <a:endParaRPr/>
          </a:p>
        </p:txBody>
      </p:sp>
      <p:sp>
        <p:nvSpPr>
          <p:cNvPr id="748" name="Google Shape;748;p51"/>
          <p:cNvSpPr txBox="1"/>
          <p:nvPr/>
        </p:nvSpPr>
        <p:spPr>
          <a:xfrm>
            <a:off x="-450850" y="183985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1"/>
                </a:solidFill>
                <a:latin typeface="Russo One"/>
                <a:ea typeface="Russo One"/>
                <a:cs typeface="Russo One"/>
                <a:sym typeface="Russo One"/>
              </a:rPr>
              <a:t>8</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52"/>
          <p:cNvSpPr txBox="1"/>
          <p:nvPr>
            <p:ph type="ctrTitle"/>
          </p:nvPr>
        </p:nvSpPr>
        <p:spPr>
          <a:xfrm>
            <a:off x="3171623" y="1695300"/>
            <a:ext cx="54939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754" name="Google Shape;754;p52"/>
          <p:cNvSpPr txBox="1"/>
          <p:nvPr>
            <p:ph idx="1" type="subTitle"/>
          </p:nvPr>
        </p:nvSpPr>
        <p:spPr>
          <a:xfrm>
            <a:off x="3165275" y="2653825"/>
            <a:ext cx="5506500" cy="128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2800">
                <a:latin typeface="Russo One"/>
                <a:ea typeface="Russo One"/>
                <a:cs typeface="Russo One"/>
                <a:sym typeface="Russo One"/>
              </a:rPr>
              <a:t>Do you have any questions?</a:t>
            </a:r>
            <a:endParaRPr/>
          </a:p>
        </p:txBody>
      </p:sp>
      <p:sp>
        <p:nvSpPr>
          <p:cNvPr id="755" name="Google Shape;755;p52"/>
          <p:cNvSpPr txBox="1"/>
          <p:nvPr/>
        </p:nvSpPr>
        <p:spPr>
          <a:xfrm>
            <a:off x="2973600" y="4299650"/>
            <a:ext cx="51033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da"/>
              <a:ea typeface="Monda"/>
              <a:cs typeface="Monda"/>
              <a:sym typeface="Mond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53"/>
          <p:cNvSpPr txBox="1"/>
          <p:nvPr>
            <p:ph type="title"/>
          </p:nvPr>
        </p:nvSpPr>
        <p:spPr>
          <a:xfrm>
            <a:off x="811896" y="445025"/>
            <a:ext cx="72678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761" name="Google Shape;761;p53"/>
          <p:cNvSpPr txBox="1"/>
          <p:nvPr>
            <p:ph idx="1" type="body"/>
          </p:nvPr>
        </p:nvSpPr>
        <p:spPr>
          <a:xfrm>
            <a:off x="341550" y="1145225"/>
            <a:ext cx="7353600" cy="37371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en" sz="1000"/>
              <a:t>[1] Dongsheng Guo, Haoru Zhao, Yunhao Cheng, Haiyong Zheng, Zhaorui Gu, Bing Zheng, Underwater Vision Lab, Sanya Oceanographic Institution, “Painting from Part”, pp. 14779-14786, ICCV 2021 </a:t>
            </a:r>
            <a:endParaRPr sz="1000"/>
          </a:p>
          <a:p>
            <a:pPr indent="0" lvl="0" marL="457200" rtl="0" algn="l">
              <a:lnSpc>
                <a:spcPct val="100000"/>
              </a:lnSpc>
              <a:spcBef>
                <a:spcPts val="0"/>
              </a:spcBef>
              <a:spcAft>
                <a:spcPts val="0"/>
              </a:spcAft>
              <a:buNone/>
            </a:pPr>
            <a:r>
              <a:rPr lang="en" sz="1000"/>
              <a:t>[2] James Vincent, “This AI art app is a glimpse at the future of synthetic media”, The Verge publication, 2021</a:t>
            </a:r>
            <a:endParaRPr sz="1000"/>
          </a:p>
          <a:p>
            <a:pPr indent="0" lvl="0" marL="457200" rtl="0" algn="l">
              <a:lnSpc>
                <a:spcPct val="100000"/>
              </a:lnSpc>
              <a:spcBef>
                <a:spcPts val="0"/>
              </a:spcBef>
              <a:spcAft>
                <a:spcPts val="0"/>
              </a:spcAft>
              <a:buNone/>
            </a:pPr>
            <a:r>
              <a:rPr lang="en" sz="1000"/>
              <a:t>[3] J Yunjey Choi, Youngjung Uh, Jaejun Yoo, Jung-Woo Ha, “StarGAN v2: Diverse image synthesis for multiple domains”, CVPR, pp. 8188–8197, 2020</a:t>
            </a:r>
            <a:endParaRPr sz="1000"/>
          </a:p>
          <a:p>
            <a:pPr indent="0" lvl="0" marL="457200" rtl="0" algn="l">
              <a:lnSpc>
                <a:spcPct val="100000"/>
              </a:lnSpc>
              <a:spcBef>
                <a:spcPts val="0"/>
              </a:spcBef>
              <a:spcAft>
                <a:spcPts val="0"/>
              </a:spcAft>
              <a:buNone/>
            </a:pPr>
            <a:r>
              <a:rPr lang="en" sz="1000"/>
              <a:t>[4] Gao Huang, Zhuang Liu, Laurens Van Der Maaten, Kilian Q Weinberger, “Densely connected convolutional networks”, CVPR, pp. 4700–4708, 2017 </a:t>
            </a:r>
            <a:endParaRPr sz="1000"/>
          </a:p>
          <a:p>
            <a:pPr indent="0" lvl="0" marL="457200" rtl="0" algn="l">
              <a:lnSpc>
                <a:spcPct val="100000"/>
              </a:lnSpc>
              <a:spcBef>
                <a:spcPts val="0"/>
              </a:spcBef>
              <a:spcAft>
                <a:spcPts val="0"/>
              </a:spcAft>
              <a:buNone/>
            </a:pPr>
            <a:r>
              <a:rPr lang="en" sz="1000"/>
              <a:t>[5] Philip Isola, Jun-Yan Zhu, Tinghui Zhou, Alexei A Efros, “Image-toimage translation with conditional adversarial networks”, CVPR, pp. 1125–1134, 2017</a:t>
            </a:r>
            <a:endParaRPr sz="1000"/>
          </a:p>
          <a:p>
            <a:pPr indent="0" lvl="0" marL="457200" rtl="0" algn="l">
              <a:lnSpc>
                <a:spcPct val="100000"/>
              </a:lnSpc>
              <a:spcBef>
                <a:spcPts val="0"/>
              </a:spcBef>
              <a:spcAft>
                <a:spcPts val="0"/>
              </a:spcAft>
              <a:buNone/>
            </a:pPr>
            <a:r>
              <a:rPr lang="en" sz="1000"/>
              <a:t>[6] Guilin Liu, Fitsum A Reda, Kevin J Shih, Ting-Chun Wang, Andrew Tao, Bryan Catanzaro, “Image inpainting for ir- regular holes using partial convolutions”, ECCV, pp. 85–100, 2018 </a:t>
            </a:r>
            <a:endParaRPr sz="1000"/>
          </a:p>
          <a:p>
            <a:pPr indent="0" lvl="0" marL="457200" rtl="0" algn="l">
              <a:lnSpc>
                <a:spcPct val="100000"/>
              </a:lnSpc>
              <a:spcBef>
                <a:spcPts val="0"/>
              </a:spcBef>
              <a:spcAft>
                <a:spcPts val="0"/>
              </a:spcAft>
              <a:buNone/>
            </a:pPr>
            <a:r>
              <a:rPr lang="en" sz="1000"/>
              <a:t>[7] Takeru Miyato, Toshiki Kataoka, Masanori Koyama, Yuichi Yoshida, “Spectral normalization for generative adversarial networks”, ICLR, pp. 73-82, 2018</a:t>
            </a:r>
            <a:endParaRPr sz="1000"/>
          </a:p>
          <a:p>
            <a:pPr indent="0" lvl="0" marL="457200" rtl="0" algn="l">
              <a:lnSpc>
                <a:spcPct val="100000"/>
              </a:lnSpc>
              <a:spcBef>
                <a:spcPts val="0"/>
              </a:spcBef>
              <a:spcAft>
                <a:spcPts val="0"/>
              </a:spcAft>
              <a:buNone/>
            </a:pPr>
            <a:r>
              <a:rPr lang="en" sz="1000"/>
              <a:t>[8] Yu Zheng, Zhe Lin, Huchuan Lu, Vishal M Patel, “CR-Fill: Generative Image Inpainting With Auxiliary Contextual Reconstruction”, ICCV, pp. 14164-14173, 2021</a:t>
            </a:r>
            <a:endParaRPr sz="1000"/>
          </a:p>
          <a:p>
            <a:pPr indent="0" lvl="0" marL="457200" rtl="0" algn="l">
              <a:lnSpc>
                <a:spcPct val="100000"/>
              </a:lnSpc>
              <a:spcBef>
                <a:spcPts val="0"/>
              </a:spcBef>
              <a:spcAft>
                <a:spcPts val="0"/>
              </a:spcAft>
              <a:buNone/>
            </a:pPr>
            <a:r>
              <a:rPr lang="en" sz="1000"/>
              <a:t>[9] Wentao Wang, Jianfu Zhang, Li Niu, Haoyu Ling, Xue Yang, Liqing Zhang, “Parallel Multi-Resolution Fusion Network for Image Inpainting”, ICCV, pp. 14559-14568, 2021</a:t>
            </a:r>
            <a:endParaRPr sz="1000"/>
          </a:p>
          <a:p>
            <a:pPr indent="0" lvl="0" marL="457200" rtl="0" algn="l">
              <a:lnSpc>
                <a:spcPct val="100000"/>
              </a:lnSpc>
              <a:spcBef>
                <a:spcPts val="0"/>
              </a:spcBef>
              <a:spcAft>
                <a:spcPts val="0"/>
              </a:spcAft>
              <a:buNone/>
            </a:pPr>
            <a:r>
              <a:rPr lang="en" sz="1000"/>
              <a:t>[10] Yingchen Yu, Fangneng Zhan, Shijian Lu, Jianxiong Pan, Feiying Ma, Xuansong Xie, Chunyan Miao, “WaveFill: A Wavelet-Based Generation Network for Image Inpainting”, ICCV, pp. 14114-14123, 2021 </a:t>
            </a:r>
            <a:endParaRPr sz="1000"/>
          </a:p>
          <a:p>
            <a:pPr indent="0" lvl="0" marL="457200" rtl="0" algn="l">
              <a:lnSpc>
                <a:spcPct val="100000"/>
              </a:lnSpc>
              <a:spcBef>
                <a:spcPts val="0"/>
              </a:spcBef>
              <a:spcAft>
                <a:spcPts val="0"/>
              </a:spcAft>
              <a:buNone/>
            </a:pPr>
            <a:r>
              <a:rPr lang="en" sz="1000"/>
              <a:t>[11] Maitreya Suin, Kuldeep Purohit, A N Rajagopalan, “Distillation-Guided Image Inpainting”, ICCV, pp. 2481-2490, 2021 </a:t>
            </a:r>
            <a:endParaRPr sz="1000"/>
          </a:p>
          <a:p>
            <a:pPr indent="0" lvl="0" marL="457200" rtl="0" algn="l">
              <a:lnSpc>
                <a:spcPct val="100000"/>
              </a:lnSpc>
              <a:spcBef>
                <a:spcPts val="0"/>
              </a:spcBef>
              <a:spcAft>
                <a:spcPts val="0"/>
              </a:spcAft>
              <a:buNone/>
            </a:pPr>
            <a:r>
              <a:rPr lang="en" sz="1000"/>
              <a:t>[12] Xiefan Guo, Hongyu Yang, Di Huang, “Image Inpainting via Conditional Texture and Structure Dual Generation”, ICCV, pp. 14134-14143, 2021</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name="Data Privacy Day by Slidesgo">
  <a:themeElements>
    <a:clrScheme name="Simple Light">
      <a:dk1>
        <a:srgbClr val="FFFFFF"/>
      </a:dk1>
      <a:lt1>
        <a:srgbClr val="000000"/>
      </a:lt1>
      <a:dk2>
        <a:srgbClr val="DF0A0A"/>
      </a:dk2>
      <a:lt2>
        <a:srgbClr val="0000FF"/>
      </a:lt2>
      <a:accent1>
        <a:srgbClr val="F1D71A"/>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